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58" r:id="rId3"/>
    <p:sldId id="259" r:id="rId4"/>
    <p:sldId id="284" r:id="rId5"/>
    <p:sldId id="270" r:id="rId6"/>
    <p:sldId id="271" r:id="rId7"/>
    <p:sldId id="278" r:id="rId8"/>
    <p:sldId id="274" r:id="rId9"/>
    <p:sldId id="275" r:id="rId10"/>
    <p:sldId id="261" r:id="rId11"/>
    <p:sldId id="260" r:id="rId12"/>
    <p:sldId id="272" r:id="rId13"/>
    <p:sldId id="283" r:id="rId14"/>
    <p:sldId id="263" r:id="rId15"/>
    <p:sldId id="279" r:id="rId16"/>
    <p:sldId id="280" r:id="rId17"/>
    <p:sldId id="276" r:id="rId18"/>
    <p:sldId id="281" r:id="rId19"/>
    <p:sldId id="273" r:id="rId20"/>
    <p:sldId id="277" r:id="rId21"/>
    <p:sldId id="264" r:id="rId22"/>
    <p:sldId id="267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9BF08-D13E-43EF-A66D-8A6A9EF82B19}" v="168" dt="2022-12-08T17:17:44.160"/>
    <p1510:client id="{32CFBA8B-9F1B-4A5A-9171-B7A165A41BDC}" v="699" dt="2022-12-08T17:45:53.176"/>
    <p1510:client id="{66A32E93-2D06-41F4-BA52-0BFDD5E5D121}" v="51" dt="2022-12-08T18:31:01.468"/>
    <p1510:client id="{973C126C-630E-4E71-AD43-7C0A2F529761}" v="177" dt="2022-12-08T09:31:29.975"/>
    <p1510:client id="{9AA2051B-A42B-4EDF-B1F7-1FDD305202C9}" v="247" dt="2022-12-09T04:18:53.049"/>
    <p1510:client id="{9F10AE07-2491-4D47-AB90-5496572BBA35}" v="385" dt="2022-12-08T19:01:06.915"/>
    <p1510:client id="{A273740B-0BE3-4A07-87AC-8099AA8BA24C}" v="200" dt="2022-12-08T08:41:55.927"/>
    <p1510:client id="{ADCAC3AD-E2A2-457F-A9F1-86FDB279F1F9}" v="46" dt="2022-12-08T20:23:06.940"/>
    <p1510:client id="{CCDDF91E-6678-41E6-A247-085B0C0C95F1}" v="1919" dt="2022-12-08T18:12:13.653"/>
    <p1510:client id="{D6558060-9222-4B7D-B9BC-713805C23844}" v="23" dt="2022-12-09T05:16:42.308"/>
    <p1510:client id="{D73A4DDB-1144-4D24-8F9F-C9F9DFACA990}" v="78" dt="2022-12-08T17:31:05.071"/>
    <p1510:client id="{F4B81025-CB26-4C34-819F-72A419EE0BA6}" v="49" dt="2022-12-08T17:18:53.515"/>
    <p1510:client id="{FE21E2BC-EB36-4B8C-B7B7-D7EDA081DE95}" v="74" dt="2022-12-08T09:08:29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9D2553-7B18-4D31-9685-5F08CDAB5847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400716-1017-4949-8429-E2A853E755C4}">
      <dgm:prSet/>
      <dgm:spPr/>
      <dgm:t>
        <a:bodyPr/>
        <a:lstStyle/>
        <a:p>
          <a:r>
            <a:rPr lang="en-US"/>
            <a:t>Best Car:  This section features the best car from the particular brands. </a:t>
          </a:r>
        </a:p>
      </dgm:t>
    </dgm:pt>
    <dgm:pt modelId="{0D3F83BA-CACE-43C3-AE81-97D1882775BD}" type="parTrans" cxnId="{B0EFA021-AACC-4128-814C-3F5937C2B8DA}">
      <dgm:prSet/>
      <dgm:spPr/>
      <dgm:t>
        <a:bodyPr/>
        <a:lstStyle/>
        <a:p>
          <a:endParaRPr lang="en-US"/>
        </a:p>
      </dgm:t>
    </dgm:pt>
    <dgm:pt modelId="{C25E5DCD-E160-4099-A65B-1A590F4840C7}" type="sibTrans" cxnId="{B0EFA021-AACC-4128-814C-3F5937C2B8D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8CEF935-B62C-42DA-8929-555964FD7028}">
      <dgm:prSet/>
      <dgm:spPr/>
      <dgm:t>
        <a:bodyPr/>
        <a:lstStyle/>
        <a:p>
          <a:r>
            <a:rPr lang="en-US"/>
            <a:t>Analysis: This section features questions that are essential to overview for a customer before buying a car. </a:t>
          </a:r>
        </a:p>
      </dgm:t>
    </dgm:pt>
    <dgm:pt modelId="{C2E7D009-603B-4D80-80B5-4848394E1514}" type="parTrans" cxnId="{E6432630-A770-4ACC-9D17-78F054AC10C8}">
      <dgm:prSet/>
      <dgm:spPr/>
      <dgm:t>
        <a:bodyPr/>
        <a:lstStyle/>
        <a:p>
          <a:endParaRPr lang="en-US"/>
        </a:p>
      </dgm:t>
    </dgm:pt>
    <dgm:pt modelId="{434ED95F-E979-47E7-99D1-D20ECC1A867D}" type="sibTrans" cxnId="{E6432630-A770-4ACC-9D17-78F054AC10C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A3C3D54-E93B-47CC-8D89-5C10336CF75B}">
      <dgm:prSet/>
      <dgm:spPr/>
      <dgm:t>
        <a:bodyPr/>
        <a:lstStyle/>
        <a:p>
          <a:r>
            <a:rPr lang="en-US"/>
            <a:t>Service: This section features the services provided by the website </a:t>
          </a:r>
        </a:p>
      </dgm:t>
    </dgm:pt>
    <dgm:pt modelId="{41F968B5-7644-4E33-9F3C-70298E63EC7A}" type="parTrans" cxnId="{1F859F8E-F3EB-480A-A2C7-74AB9431EB16}">
      <dgm:prSet/>
      <dgm:spPr/>
      <dgm:t>
        <a:bodyPr/>
        <a:lstStyle/>
        <a:p>
          <a:endParaRPr lang="en-US"/>
        </a:p>
      </dgm:t>
    </dgm:pt>
    <dgm:pt modelId="{DCEDC58D-D0CD-4EAD-973B-171B5F5E990B}" type="sibTrans" cxnId="{1F859F8E-F3EB-480A-A2C7-74AB9431EB1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15EA464-750E-493A-8572-5A5EB8B808AA}">
      <dgm:prSet/>
      <dgm:spPr/>
      <dgm:t>
        <a:bodyPr/>
        <a:lstStyle/>
        <a:p>
          <a:r>
            <a:rPr lang="en-US"/>
            <a:t>Featured Cars: This feature will help the customers to known the details about the car models.</a:t>
          </a:r>
        </a:p>
      </dgm:t>
    </dgm:pt>
    <dgm:pt modelId="{484D5E74-41C4-4B2D-BCDD-2B989AA793E1}" type="parTrans" cxnId="{208F2927-A33B-487F-A28F-2C8C49FA763A}">
      <dgm:prSet/>
      <dgm:spPr/>
      <dgm:t>
        <a:bodyPr/>
        <a:lstStyle/>
        <a:p>
          <a:endParaRPr lang="en-US"/>
        </a:p>
      </dgm:t>
    </dgm:pt>
    <dgm:pt modelId="{484FD2E0-13CA-47D6-B4E7-A33B26C1AC5E}" type="sibTrans" cxnId="{208F2927-A33B-487F-A28F-2C8C49FA763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36E98E99-BDC8-440C-8FE7-A93BEBBE7365}">
      <dgm:prSet/>
      <dgm:spPr/>
      <dgm:t>
        <a:bodyPr/>
        <a:lstStyle/>
        <a:p>
          <a:r>
            <a:rPr lang="en-US"/>
            <a:t>Top Brands: The top brand section features the top selling car brands</a:t>
          </a:r>
        </a:p>
      </dgm:t>
    </dgm:pt>
    <dgm:pt modelId="{A7DF75FF-CD67-4885-8616-3416A06A39BF}" type="parTrans" cxnId="{AB6AFE56-0D05-4732-BAEE-79E778755818}">
      <dgm:prSet/>
      <dgm:spPr/>
      <dgm:t>
        <a:bodyPr/>
        <a:lstStyle/>
        <a:p>
          <a:endParaRPr lang="en-US"/>
        </a:p>
      </dgm:t>
    </dgm:pt>
    <dgm:pt modelId="{8DCF6CA9-1FEA-4111-946D-493B82254B6E}" type="sibTrans" cxnId="{AB6AFE56-0D05-4732-BAEE-79E778755818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F4D4CB14-7048-4B3F-848B-010349EC42A0}">
      <dgm:prSet/>
      <dgm:spPr/>
      <dgm:t>
        <a:bodyPr/>
        <a:lstStyle/>
        <a:p>
          <a:r>
            <a:rPr lang="en-US"/>
            <a:t>Chatbot Support:  The chatbot support provides a summary overview of the data analysis and general car market questions. </a:t>
          </a:r>
        </a:p>
      </dgm:t>
    </dgm:pt>
    <dgm:pt modelId="{9C91D81C-02EA-4234-AD55-AA61214BA32A}" type="parTrans" cxnId="{05DC4A0F-84D7-4D67-A8EA-E83E048929DA}">
      <dgm:prSet/>
      <dgm:spPr/>
      <dgm:t>
        <a:bodyPr/>
        <a:lstStyle/>
        <a:p>
          <a:endParaRPr lang="en-US"/>
        </a:p>
      </dgm:t>
    </dgm:pt>
    <dgm:pt modelId="{F2DE30EB-0E17-4BD4-BB41-9C9B541B2048}" type="sibTrans" cxnId="{05DC4A0F-84D7-4D67-A8EA-E83E048929DA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EEA34DA0-5DE1-4EB6-A50B-99F1279B13B6}">
      <dgm:prSet/>
      <dgm:spPr/>
      <dgm:t>
        <a:bodyPr/>
        <a:lstStyle/>
        <a:p>
          <a:r>
            <a:rPr lang="en-US"/>
            <a:t>Contact Support: Customer can directly mail their issues to the customer support for detailed information and help.</a:t>
          </a:r>
        </a:p>
      </dgm:t>
    </dgm:pt>
    <dgm:pt modelId="{8B5772FC-9F5D-439F-AF35-CF2C74C6F65F}" type="parTrans" cxnId="{4E327FAC-8BFA-4F4E-B5E3-54F75E0395E8}">
      <dgm:prSet/>
      <dgm:spPr/>
      <dgm:t>
        <a:bodyPr/>
        <a:lstStyle/>
        <a:p>
          <a:endParaRPr lang="en-US"/>
        </a:p>
      </dgm:t>
    </dgm:pt>
    <dgm:pt modelId="{60F34EC0-745B-42FC-904B-6BCF77783AD5}" type="sibTrans" cxnId="{4E327FAC-8BFA-4F4E-B5E3-54F75E0395E8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A718BC6D-0B2F-45CA-ACC8-95F540B96F79}" type="pres">
      <dgm:prSet presAssocID="{209D2553-7B18-4D31-9685-5F08CDAB5847}" presName="linearFlow" presStyleCnt="0">
        <dgm:presLayoutVars>
          <dgm:dir/>
          <dgm:animLvl val="lvl"/>
          <dgm:resizeHandles val="exact"/>
        </dgm:presLayoutVars>
      </dgm:prSet>
      <dgm:spPr/>
    </dgm:pt>
    <dgm:pt modelId="{A550E4E4-8312-4D67-95D8-1F1AC4C5231E}" type="pres">
      <dgm:prSet presAssocID="{57400716-1017-4949-8429-E2A853E755C4}" presName="compositeNode" presStyleCnt="0"/>
      <dgm:spPr/>
    </dgm:pt>
    <dgm:pt modelId="{9279858E-23A3-480B-87BD-37373A1E23FC}" type="pres">
      <dgm:prSet presAssocID="{57400716-1017-4949-8429-E2A853E755C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41B0EEC-3A22-4000-B4E0-348AF14077BE}" type="pres">
      <dgm:prSet presAssocID="{57400716-1017-4949-8429-E2A853E755C4}" presName="parSh" presStyleCnt="0"/>
      <dgm:spPr/>
    </dgm:pt>
    <dgm:pt modelId="{23D1D633-E37A-4B53-8F5C-17D141C70E76}" type="pres">
      <dgm:prSet presAssocID="{57400716-1017-4949-8429-E2A853E755C4}" presName="lineNode" presStyleLbl="alignAccFollowNode1" presStyleIdx="0" presStyleCnt="21"/>
      <dgm:spPr/>
    </dgm:pt>
    <dgm:pt modelId="{7EFC2221-D08D-496B-86CD-D410F14E48F5}" type="pres">
      <dgm:prSet presAssocID="{57400716-1017-4949-8429-E2A853E755C4}" presName="lineArrowNode" presStyleLbl="alignAccFollowNode1" presStyleIdx="1" presStyleCnt="21"/>
      <dgm:spPr/>
    </dgm:pt>
    <dgm:pt modelId="{60BB38C6-A434-42FA-B90A-846DF0AA746F}" type="pres">
      <dgm:prSet presAssocID="{C25E5DCD-E160-4099-A65B-1A590F4840C7}" presName="sibTransNodeCircle" presStyleLbl="alignNode1" presStyleIdx="0" presStyleCnt="7">
        <dgm:presLayoutVars>
          <dgm:chMax val="0"/>
          <dgm:bulletEnabled/>
        </dgm:presLayoutVars>
      </dgm:prSet>
      <dgm:spPr/>
    </dgm:pt>
    <dgm:pt modelId="{9FE5B7C9-DD38-4F01-86FE-4206B94AAD6B}" type="pres">
      <dgm:prSet presAssocID="{C25E5DCD-E160-4099-A65B-1A590F4840C7}" presName="spacerBetweenCircleAndCallout" presStyleCnt="0">
        <dgm:presLayoutVars/>
      </dgm:prSet>
      <dgm:spPr/>
    </dgm:pt>
    <dgm:pt modelId="{1F15DFB6-C789-4D2D-91A8-A0E647DF6837}" type="pres">
      <dgm:prSet presAssocID="{57400716-1017-4949-8429-E2A853E755C4}" presName="nodeText" presStyleLbl="alignAccFollowNode1" presStyleIdx="2" presStyleCnt="21">
        <dgm:presLayoutVars>
          <dgm:bulletEnabled val="1"/>
        </dgm:presLayoutVars>
      </dgm:prSet>
      <dgm:spPr/>
    </dgm:pt>
    <dgm:pt modelId="{BCE08AC4-D5DA-4E12-BE04-21875C988EE5}" type="pres">
      <dgm:prSet presAssocID="{C25E5DCD-E160-4099-A65B-1A590F4840C7}" presName="sibTransComposite" presStyleCnt="0"/>
      <dgm:spPr/>
    </dgm:pt>
    <dgm:pt modelId="{1A37CACB-1493-4063-8262-14A80C6AB185}" type="pres">
      <dgm:prSet presAssocID="{28CEF935-B62C-42DA-8929-555964FD7028}" presName="compositeNode" presStyleCnt="0"/>
      <dgm:spPr/>
    </dgm:pt>
    <dgm:pt modelId="{AC0BAC1B-E4CC-4C04-8CF3-387205DEAF0C}" type="pres">
      <dgm:prSet presAssocID="{28CEF935-B62C-42DA-8929-555964FD702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340FFF2-3EF1-4201-9188-6DC838D30DB7}" type="pres">
      <dgm:prSet presAssocID="{28CEF935-B62C-42DA-8929-555964FD7028}" presName="parSh" presStyleCnt="0"/>
      <dgm:spPr/>
    </dgm:pt>
    <dgm:pt modelId="{D052FFF0-47A6-4255-A5B8-04AE12D9454A}" type="pres">
      <dgm:prSet presAssocID="{28CEF935-B62C-42DA-8929-555964FD7028}" presName="lineNode" presStyleLbl="alignAccFollowNode1" presStyleIdx="3" presStyleCnt="21"/>
      <dgm:spPr/>
    </dgm:pt>
    <dgm:pt modelId="{C79639E0-6133-4687-A60C-95B8365524FB}" type="pres">
      <dgm:prSet presAssocID="{28CEF935-B62C-42DA-8929-555964FD7028}" presName="lineArrowNode" presStyleLbl="alignAccFollowNode1" presStyleIdx="4" presStyleCnt="21"/>
      <dgm:spPr/>
    </dgm:pt>
    <dgm:pt modelId="{C0CF1901-71C5-43E4-869D-F901BA7EA8E1}" type="pres">
      <dgm:prSet presAssocID="{434ED95F-E979-47E7-99D1-D20ECC1A867D}" presName="sibTransNodeCircle" presStyleLbl="alignNode1" presStyleIdx="1" presStyleCnt="7">
        <dgm:presLayoutVars>
          <dgm:chMax val="0"/>
          <dgm:bulletEnabled/>
        </dgm:presLayoutVars>
      </dgm:prSet>
      <dgm:spPr/>
    </dgm:pt>
    <dgm:pt modelId="{E33A94D5-B851-452F-80BC-5AE02AE694D2}" type="pres">
      <dgm:prSet presAssocID="{434ED95F-E979-47E7-99D1-D20ECC1A867D}" presName="spacerBetweenCircleAndCallout" presStyleCnt="0">
        <dgm:presLayoutVars/>
      </dgm:prSet>
      <dgm:spPr/>
    </dgm:pt>
    <dgm:pt modelId="{26CFB1D7-F9B9-4F66-9E97-DD13CE305942}" type="pres">
      <dgm:prSet presAssocID="{28CEF935-B62C-42DA-8929-555964FD7028}" presName="nodeText" presStyleLbl="alignAccFollowNode1" presStyleIdx="5" presStyleCnt="21">
        <dgm:presLayoutVars>
          <dgm:bulletEnabled val="1"/>
        </dgm:presLayoutVars>
      </dgm:prSet>
      <dgm:spPr/>
    </dgm:pt>
    <dgm:pt modelId="{EC01ACD2-B03F-4D0B-AC4C-06D7C537AE2C}" type="pres">
      <dgm:prSet presAssocID="{434ED95F-E979-47E7-99D1-D20ECC1A867D}" presName="sibTransComposite" presStyleCnt="0"/>
      <dgm:spPr/>
    </dgm:pt>
    <dgm:pt modelId="{4EA6DCAA-D174-4E05-94C3-C979DDE84929}" type="pres">
      <dgm:prSet presAssocID="{9A3C3D54-E93B-47CC-8D89-5C10336CF75B}" presName="compositeNode" presStyleCnt="0"/>
      <dgm:spPr/>
    </dgm:pt>
    <dgm:pt modelId="{47F31BD8-7335-415C-9557-AE1686DD3D56}" type="pres">
      <dgm:prSet presAssocID="{9A3C3D54-E93B-47CC-8D89-5C10336CF75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D74F1E5-5F1A-4FF0-8AA6-70DAD2663B8F}" type="pres">
      <dgm:prSet presAssocID="{9A3C3D54-E93B-47CC-8D89-5C10336CF75B}" presName="parSh" presStyleCnt="0"/>
      <dgm:spPr/>
    </dgm:pt>
    <dgm:pt modelId="{B9D41D5D-3F2D-4E78-8EAA-54E1E98E1B0D}" type="pres">
      <dgm:prSet presAssocID="{9A3C3D54-E93B-47CC-8D89-5C10336CF75B}" presName="lineNode" presStyleLbl="alignAccFollowNode1" presStyleIdx="6" presStyleCnt="21"/>
      <dgm:spPr/>
    </dgm:pt>
    <dgm:pt modelId="{0F2EB93A-AE02-480A-AEC4-7E1D28257AD2}" type="pres">
      <dgm:prSet presAssocID="{9A3C3D54-E93B-47CC-8D89-5C10336CF75B}" presName="lineArrowNode" presStyleLbl="alignAccFollowNode1" presStyleIdx="7" presStyleCnt="21"/>
      <dgm:spPr/>
    </dgm:pt>
    <dgm:pt modelId="{8C957948-42EF-45E6-9EC0-CB8DBCEFC7FE}" type="pres">
      <dgm:prSet presAssocID="{DCEDC58D-D0CD-4EAD-973B-171B5F5E990B}" presName="sibTransNodeCircle" presStyleLbl="alignNode1" presStyleIdx="2" presStyleCnt="7">
        <dgm:presLayoutVars>
          <dgm:chMax val="0"/>
          <dgm:bulletEnabled/>
        </dgm:presLayoutVars>
      </dgm:prSet>
      <dgm:spPr/>
    </dgm:pt>
    <dgm:pt modelId="{90F5CED8-E4B4-435A-BF05-1699CC0742FC}" type="pres">
      <dgm:prSet presAssocID="{DCEDC58D-D0CD-4EAD-973B-171B5F5E990B}" presName="spacerBetweenCircleAndCallout" presStyleCnt="0">
        <dgm:presLayoutVars/>
      </dgm:prSet>
      <dgm:spPr/>
    </dgm:pt>
    <dgm:pt modelId="{24825565-9DC0-4913-A658-4C92B3832B5E}" type="pres">
      <dgm:prSet presAssocID="{9A3C3D54-E93B-47CC-8D89-5C10336CF75B}" presName="nodeText" presStyleLbl="alignAccFollowNode1" presStyleIdx="8" presStyleCnt="21">
        <dgm:presLayoutVars>
          <dgm:bulletEnabled val="1"/>
        </dgm:presLayoutVars>
      </dgm:prSet>
      <dgm:spPr/>
    </dgm:pt>
    <dgm:pt modelId="{9D7D906E-2F46-4716-90BB-FFB81F767EE3}" type="pres">
      <dgm:prSet presAssocID="{DCEDC58D-D0CD-4EAD-973B-171B5F5E990B}" presName="sibTransComposite" presStyleCnt="0"/>
      <dgm:spPr/>
    </dgm:pt>
    <dgm:pt modelId="{22030388-8A0D-4F99-9ABD-25B7760D792F}" type="pres">
      <dgm:prSet presAssocID="{115EA464-750E-493A-8572-5A5EB8B808AA}" presName="compositeNode" presStyleCnt="0"/>
      <dgm:spPr/>
    </dgm:pt>
    <dgm:pt modelId="{5BBCA22E-2039-477A-9417-3B1FC8C770C1}" type="pres">
      <dgm:prSet presAssocID="{115EA464-750E-493A-8572-5A5EB8B808A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8C0005A-1C7C-460D-8920-7D1F1A0D0EF4}" type="pres">
      <dgm:prSet presAssocID="{115EA464-750E-493A-8572-5A5EB8B808AA}" presName="parSh" presStyleCnt="0"/>
      <dgm:spPr/>
    </dgm:pt>
    <dgm:pt modelId="{64323790-1350-470F-A8AC-E7A41D2FFF5B}" type="pres">
      <dgm:prSet presAssocID="{115EA464-750E-493A-8572-5A5EB8B808AA}" presName="lineNode" presStyleLbl="alignAccFollowNode1" presStyleIdx="9" presStyleCnt="21"/>
      <dgm:spPr/>
    </dgm:pt>
    <dgm:pt modelId="{89865009-701B-49F4-8592-B0CEB6921EEE}" type="pres">
      <dgm:prSet presAssocID="{115EA464-750E-493A-8572-5A5EB8B808AA}" presName="lineArrowNode" presStyleLbl="alignAccFollowNode1" presStyleIdx="10" presStyleCnt="21"/>
      <dgm:spPr/>
    </dgm:pt>
    <dgm:pt modelId="{FB855A2F-79B4-4242-8621-8F92E3447674}" type="pres">
      <dgm:prSet presAssocID="{484FD2E0-13CA-47D6-B4E7-A33B26C1AC5E}" presName="sibTransNodeCircle" presStyleLbl="alignNode1" presStyleIdx="3" presStyleCnt="7">
        <dgm:presLayoutVars>
          <dgm:chMax val="0"/>
          <dgm:bulletEnabled/>
        </dgm:presLayoutVars>
      </dgm:prSet>
      <dgm:spPr/>
    </dgm:pt>
    <dgm:pt modelId="{B92C1237-49A0-4E7E-92B1-402D6BC74830}" type="pres">
      <dgm:prSet presAssocID="{484FD2E0-13CA-47D6-B4E7-A33B26C1AC5E}" presName="spacerBetweenCircleAndCallout" presStyleCnt="0">
        <dgm:presLayoutVars/>
      </dgm:prSet>
      <dgm:spPr/>
    </dgm:pt>
    <dgm:pt modelId="{0911D566-3A71-4DED-80D4-82DB53DA8F2B}" type="pres">
      <dgm:prSet presAssocID="{115EA464-750E-493A-8572-5A5EB8B808AA}" presName="nodeText" presStyleLbl="alignAccFollowNode1" presStyleIdx="11" presStyleCnt="21">
        <dgm:presLayoutVars>
          <dgm:bulletEnabled val="1"/>
        </dgm:presLayoutVars>
      </dgm:prSet>
      <dgm:spPr/>
    </dgm:pt>
    <dgm:pt modelId="{0F3289DC-84DC-4913-8A4F-3E60C8AAACB4}" type="pres">
      <dgm:prSet presAssocID="{484FD2E0-13CA-47D6-B4E7-A33B26C1AC5E}" presName="sibTransComposite" presStyleCnt="0"/>
      <dgm:spPr/>
    </dgm:pt>
    <dgm:pt modelId="{E0B85000-0A0A-4641-AFBD-08E16341914F}" type="pres">
      <dgm:prSet presAssocID="{36E98E99-BDC8-440C-8FE7-A93BEBBE7365}" presName="compositeNode" presStyleCnt="0"/>
      <dgm:spPr/>
    </dgm:pt>
    <dgm:pt modelId="{CBC68D8E-A6FC-4BB0-A437-5F1DB751061E}" type="pres">
      <dgm:prSet presAssocID="{36E98E99-BDC8-440C-8FE7-A93BEBBE736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3BDA1D1-B6FB-4C00-9C94-3DB479001E6C}" type="pres">
      <dgm:prSet presAssocID="{36E98E99-BDC8-440C-8FE7-A93BEBBE7365}" presName="parSh" presStyleCnt="0"/>
      <dgm:spPr/>
    </dgm:pt>
    <dgm:pt modelId="{E1D4E744-D229-4D1E-A64D-6643A9DE8626}" type="pres">
      <dgm:prSet presAssocID="{36E98E99-BDC8-440C-8FE7-A93BEBBE7365}" presName="lineNode" presStyleLbl="alignAccFollowNode1" presStyleIdx="12" presStyleCnt="21"/>
      <dgm:spPr/>
    </dgm:pt>
    <dgm:pt modelId="{A28B3D4B-C02D-4B47-B7FA-E349DCB5079A}" type="pres">
      <dgm:prSet presAssocID="{36E98E99-BDC8-440C-8FE7-A93BEBBE7365}" presName="lineArrowNode" presStyleLbl="alignAccFollowNode1" presStyleIdx="13" presStyleCnt="21"/>
      <dgm:spPr/>
    </dgm:pt>
    <dgm:pt modelId="{96EDDEF9-7B4E-4EFF-BA1B-24D77561DB50}" type="pres">
      <dgm:prSet presAssocID="{8DCF6CA9-1FEA-4111-946D-493B82254B6E}" presName="sibTransNodeCircle" presStyleLbl="alignNode1" presStyleIdx="4" presStyleCnt="7">
        <dgm:presLayoutVars>
          <dgm:chMax val="0"/>
          <dgm:bulletEnabled/>
        </dgm:presLayoutVars>
      </dgm:prSet>
      <dgm:spPr/>
    </dgm:pt>
    <dgm:pt modelId="{E6ED60E6-5A70-4BC2-9D00-A7097149A43B}" type="pres">
      <dgm:prSet presAssocID="{8DCF6CA9-1FEA-4111-946D-493B82254B6E}" presName="spacerBetweenCircleAndCallout" presStyleCnt="0">
        <dgm:presLayoutVars/>
      </dgm:prSet>
      <dgm:spPr/>
    </dgm:pt>
    <dgm:pt modelId="{4CF1716E-F7FF-440F-8CF4-71FBD05121AD}" type="pres">
      <dgm:prSet presAssocID="{36E98E99-BDC8-440C-8FE7-A93BEBBE7365}" presName="nodeText" presStyleLbl="alignAccFollowNode1" presStyleIdx="14" presStyleCnt="21">
        <dgm:presLayoutVars>
          <dgm:bulletEnabled val="1"/>
        </dgm:presLayoutVars>
      </dgm:prSet>
      <dgm:spPr/>
    </dgm:pt>
    <dgm:pt modelId="{C78635F9-27DA-4DDB-BBFB-1287949A5901}" type="pres">
      <dgm:prSet presAssocID="{8DCF6CA9-1FEA-4111-946D-493B82254B6E}" presName="sibTransComposite" presStyleCnt="0"/>
      <dgm:spPr/>
    </dgm:pt>
    <dgm:pt modelId="{E0C858DF-322D-496E-9952-A511A38F03BC}" type="pres">
      <dgm:prSet presAssocID="{F4D4CB14-7048-4B3F-848B-010349EC42A0}" presName="compositeNode" presStyleCnt="0"/>
      <dgm:spPr/>
    </dgm:pt>
    <dgm:pt modelId="{0CBC9F63-AE42-4082-8556-9A8FEE21EBB5}" type="pres">
      <dgm:prSet presAssocID="{F4D4CB14-7048-4B3F-848B-010349EC42A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597576F-0715-4F3F-874C-9E4A306754E1}" type="pres">
      <dgm:prSet presAssocID="{F4D4CB14-7048-4B3F-848B-010349EC42A0}" presName="parSh" presStyleCnt="0"/>
      <dgm:spPr/>
    </dgm:pt>
    <dgm:pt modelId="{BF3A8EAC-3E9E-46E8-8FFC-01D1E3151414}" type="pres">
      <dgm:prSet presAssocID="{F4D4CB14-7048-4B3F-848B-010349EC42A0}" presName="lineNode" presStyleLbl="alignAccFollowNode1" presStyleIdx="15" presStyleCnt="21"/>
      <dgm:spPr/>
    </dgm:pt>
    <dgm:pt modelId="{92F74EA8-9142-405D-B89B-526037CA3E05}" type="pres">
      <dgm:prSet presAssocID="{F4D4CB14-7048-4B3F-848B-010349EC42A0}" presName="lineArrowNode" presStyleLbl="alignAccFollowNode1" presStyleIdx="16" presStyleCnt="21"/>
      <dgm:spPr/>
    </dgm:pt>
    <dgm:pt modelId="{B4285EF4-0828-4605-9E6A-D3060BFD69C6}" type="pres">
      <dgm:prSet presAssocID="{F2DE30EB-0E17-4BD4-BB41-9C9B541B2048}" presName="sibTransNodeCircle" presStyleLbl="alignNode1" presStyleIdx="5" presStyleCnt="7">
        <dgm:presLayoutVars>
          <dgm:chMax val="0"/>
          <dgm:bulletEnabled/>
        </dgm:presLayoutVars>
      </dgm:prSet>
      <dgm:spPr/>
    </dgm:pt>
    <dgm:pt modelId="{BB716F22-D897-4C0E-9541-A49280CED604}" type="pres">
      <dgm:prSet presAssocID="{F2DE30EB-0E17-4BD4-BB41-9C9B541B2048}" presName="spacerBetweenCircleAndCallout" presStyleCnt="0">
        <dgm:presLayoutVars/>
      </dgm:prSet>
      <dgm:spPr/>
    </dgm:pt>
    <dgm:pt modelId="{57EF3BFB-358A-401F-BEB5-7E42385CEE7C}" type="pres">
      <dgm:prSet presAssocID="{F4D4CB14-7048-4B3F-848B-010349EC42A0}" presName="nodeText" presStyleLbl="alignAccFollowNode1" presStyleIdx="17" presStyleCnt="21">
        <dgm:presLayoutVars>
          <dgm:bulletEnabled val="1"/>
        </dgm:presLayoutVars>
      </dgm:prSet>
      <dgm:spPr/>
    </dgm:pt>
    <dgm:pt modelId="{ABC2AA23-6E0A-4033-972E-F5E6063A9B37}" type="pres">
      <dgm:prSet presAssocID="{F2DE30EB-0E17-4BD4-BB41-9C9B541B2048}" presName="sibTransComposite" presStyleCnt="0"/>
      <dgm:spPr/>
    </dgm:pt>
    <dgm:pt modelId="{F80D1E5A-3660-485C-8BCC-025C5857EE71}" type="pres">
      <dgm:prSet presAssocID="{EEA34DA0-5DE1-4EB6-A50B-99F1279B13B6}" presName="compositeNode" presStyleCnt="0"/>
      <dgm:spPr/>
    </dgm:pt>
    <dgm:pt modelId="{D4E54E44-089A-49F9-852C-2702418A3461}" type="pres">
      <dgm:prSet presAssocID="{EEA34DA0-5DE1-4EB6-A50B-99F1279B13B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C691C6E-6595-4216-B2FE-32F243A6067A}" type="pres">
      <dgm:prSet presAssocID="{EEA34DA0-5DE1-4EB6-A50B-99F1279B13B6}" presName="parSh" presStyleCnt="0"/>
      <dgm:spPr/>
    </dgm:pt>
    <dgm:pt modelId="{F0C14311-D238-410C-9857-5135650058CA}" type="pres">
      <dgm:prSet presAssocID="{EEA34DA0-5DE1-4EB6-A50B-99F1279B13B6}" presName="lineNode" presStyleLbl="alignAccFollowNode1" presStyleIdx="18" presStyleCnt="21"/>
      <dgm:spPr/>
    </dgm:pt>
    <dgm:pt modelId="{12144119-23BB-43CB-BB0D-725FD2D2D90D}" type="pres">
      <dgm:prSet presAssocID="{EEA34DA0-5DE1-4EB6-A50B-99F1279B13B6}" presName="lineArrowNode" presStyleLbl="alignAccFollowNode1" presStyleIdx="19" presStyleCnt="21"/>
      <dgm:spPr/>
    </dgm:pt>
    <dgm:pt modelId="{790B9719-DF58-4C65-8A74-345BF3FA22CB}" type="pres">
      <dgm:prSet presAssocID="{60F34EC0-745B-42FC-904B-6BCF77783AD5}" presName="sibTransNodeCircle" presStyleLbl="alignNode1" presStyleIdx="6" presStyleCnt="7">
        <dgm:presLayoutVars>
          <dgm:chMax val="0"/>
          <dgm:bulletEnabled/>
        </dgm:presLayoutVars>
      </dgm:prSet>
      <dgm:spPr/>
    </dgm:pt>
    <dgm:pt modelId="{DC314810-44C1-471D-A898-EE31D06AE661}" type="pres">
      <dgm:prSet presAssocID="{60F34EC0-745B-42FC-904B-6BCF77783AD5}" presName="spacerBetweenCircleAndCallout" presStyleCnt="0">
        <dgm:presLayoutVars/>
      </dgm:prSet>
      <dgm:spPr/>
    </dgm:pt>
    <dgm:pt modelId="{23F6A11D-2CAD-4541-927D-E4B2E1EB8BC2}" type="pres">
      <dgm:prSet presAssocID="{EEA34DA0-5DE1-4EB6-A50B-99F1279B13B6}" presName="nodeText" presStyleLbl="alignAccFollowNode1" presStyleIdx="20" presStyleCnt="21">
        <dgm:presLayoutVars>
          <dgm:bulletEnabled val="1"/>
        </dgm:presLayoutVars>
      </dgm:prSet>
      <dgm:spPr/>
    </dgm:pt>
  </dgm:ptLst>
  <dgm:cxnLst>
    <dgm:cxn modelId="{05DC4A0F-84D7-4D67-A8EA-E83E048929DA}" srcId="{209D2553-7B18-4D31-9685-5F08CDAB5847}" destId="{F4D4CB14-7048-4B3F-848B-010349EC42A0}" srcOrd="5" destOrd="0" parTransId="{9C91D81C-02EA-4234-AD55-AA61214BA32A}" sibTransId="{F2DE30EB-0E17-4BD4-BB41-9C9B541B2048}"/>
    <dgm:cxn modelId="{5FD83B14-4D58-4812-B2C7-AF2AED169A18}" type="presOf" srcId="{484FD2E0-13CA-47D6-B4E7-A33B26C1AC5E}" destId="{FB855A2F-79B4-4242-8621-8F92E3447674}" srcOrd="0" destOrd="0" presId="urn:microsoft.com/office/officeart/2016/7/layout/LinearArrowProcessNumbered"/>
    <dgm:cxn modelId="{97BB4619-4407-4308-8F73-718C8A85BB95}" type="presOf" srcId="{115EA464-750E-493A-8572-5A5EB8B808AA}" destId="{0911D566-3A71-4DED-80D4-82DB53DA8F2B}" srcOrd="0" destOrd="0" presId="urn:microsoft.com/office/officeart/2016/7/layout/LinearArrowProcessNumbered"/>
    <dgm:cxn modelId="{3D7CFA1C-8D14-4CBE-AE2D-327D08000485}" type="presOf" srcId="{60F34EC0-745B-42FC-904B-6BCF77783AD5}" destId="{790B9719-DF58-4C65-8A74-345BF3FA22CB}" srcOrd="0" destOrd="0" presId="urn:microsoft.com/office/officeart/2016/7/layout/LinearArrowProcessNumbered"/>
    <dgm:cxn modelId="{6BD35820-9B18-4862-B34F-1647E3D85E29}" type="presOf" srcId="{F2DE30EB-0E17-4BD4-BB41-9C9B541B2048}" destId="{B4285EF4-0828-4605-9E6A-D3060BFD69C6}" srcOrd="0" destOrd="0" presId="urn:microsoft.com/office/officeart/2016/7/layout/LinearArrowProcessNumbered"/>
    <dgm:cxn modelId="{B0EFA021-AACC-4128-814C-3F5937C2B8DA}" srcId="{209D2553-7B18-4D31-9685-5F08CDAB5847}" destId="{57400716-1017-4949-8429-E2A853E755C4}" srcOrd="0" destOrd="0" parTransId="{0D3F83BA-CACE-43C3-AE81-97D1882775BD}" sibTransId="{C25E5DCD-E160-4099-A65B-1A590F4840C7}"/>
    <dgm:cxn modelId="{8A237926-52DA-4F71-8EB0-5EBE665CA0A9}" type="presOf" srcId="{209D2553-7B18-4D31-9685-5F08CDAB5847}" destId="{A718BC6D-0B2F-45CA-ACC8-95F540B96F79}" srcOrd="0" destOrd="0" presId="urn:microsoft.com/office/officeart/2016/7/layout/LinearArrowProcessNumbered"/>
    <dgm:cxn modelId="{208F2927-A33B-487F-A28F-2C8C49FA763A}" srcId="{209D2553-7B18-4D31-9685-5F08CDAB5847}" destId="{115EA464-750E-493A-8572-5A5EB8B808AA}" srcOrd="3" destOrd="0" parTransId="{484D5E74-41C4-4B2D-BCDD-2B989AA793E1}" sibTransId="{484FD2E0-13CA-47D6-B4E7-A33B26C1AC5E}"/>
    <dgm:cxn modelId="{E6432630-A770-4ACC-9D17-78F054AC10C8}" srcId="{209D2553-7B18-4D31-9685-5F08CDAB5847}" destId="{28CEF935-B62C-42DA-8929-555964FD7028}" srcOrd="1" destOrd="0" parTransId="{C2E7D009-603B-4D80-80B5-4848394E1514}" sibTransId="{434ED95F-E979-47E7-99D1-D20ECC1A867D}"/>
    <dgm:cxn modelId="{78C7654C-28EE-4B24-BEAD-50A6DB20A86C}" type="presOf" srcId="{8DCF6CA9-1FEA-4111-946D-493B82254B6E}" destId="{96EDDEF9-7B4E-4EFF-BA1B-24D77561DB50}" srcOrd="0" destOrd="0" presId="urn:microsoft.com/office/officeart/2016/7/layout/LinearArrowProcessNumbered"/>
    <dgm:cxn modelId="{AB6AFE56-0D05-4732-BAEE-79E778755818}" srcId="{209D2553-7B18-4D31-9685-5F08CDAB5847}" destId="{36E98E99-BDC8-440C-8FE7-A93BEBBE7365}" srcOrd="4" destOrd="0" parTransId="{A7DF75FF-CD67-4885-8616-3416A06A39BF}" sibTransId="{8DCF6CA9-1FEA-4111-946D-493B82254B6E}"/>
    <dgm:cxn modelId="{1F859F8E-F3EB-480A-A2C7-74AB9431EB16}" srcId="{209D2553-7B18-4D31-9685-5F08CDAB5847}" destId="{9A3C3D54-E93B-47CC-8D89-5C10336CF75B}" srcOrd="2" destOrd="0" parTransId="{41F968B5-7644-4E33-9F3C-70298E63EC7A}" sibTransId="{DCEDC58D-D0CD-4EAD-973B-171B5F5E990B}"/>
    <dgm:cxn modelId="{4E327FAC-8BFA-4F4E-B5E3-54F75E0395E8}" srcId="{209D2553-7B18-4D31-9685-5F08CDAB5847}" destId="{EEA34DA0-5DE1-4EB6-A50B-99F1279B13B6}" srcOrd="6" destOrd="0" parTransId="{8B5772FC-9F5D-439F-AF35-CF2C74C6F65F}" sibTransId="{60F34EC0-745B-42FC-904B-6BCF77783AD5}"/>
    <dgm:cxn modelId="{6F6B72AD-B5B0-4C6B-985D-13470468F5CE}" type="presOf" srcId="{C25E5DCD-E160-4099-A65B-1A590F4840C7}" destId="{60BB38C6-A434-42FA-B90A-846DF0AA746F}" srcOrd="0" destOrd="0" presId="urn:microsoft.com/office/officeart/2016/7/layout/LinearArrowProcessNumbered"/>
    <dgm:cxn modelId="{0B3CFFB5-BAB6-45BC-A762-6B7D2FD8A1AC}" type="presOf" srcId="{DCEDC58D-D0CD-4EAD-973B-171B5F5E990B}" destId="{8C957948-42EF-45E6-9EC0-CB8DBCEFC7FE}" srcOrd="0" destOrd="0" presId="urn:microsoft.com/office/officeart/2016/7/layout/LinearArrowProcessNumbered"/>
    <dgm:cxn modelId="{62CFEEBC-6C2C-424B-8FC9-66364F81F158}" type="presOf" srcId="{28CEF935-B62C-42DA-8929-555964FD7028}" destId="{26CFB1D7-F9B9-4F66-9E97-DD13CE305942}" srcOrd="0" destOrd="0" presId="urn:microsoft.com/office/officeart/2016/7/layout/LinearArrowProcessNumbered"/>
    <dgm:cxn modelId="{725BEEC0-4673-439C-9DE8-4290B36F928E}" type="presOf" srcId="{36E98E99-BDC8-440C-8FE7-A93BEBBE7365}" destId="{4CF1716E-F7FF-440F-8CF4-71FBD05121AD}" srcOrd="0" destOrd="0" presId="urn:microsoft.com/office/officeart/2016/7/layout/LinearArrowProcessNumbered"/>
    <dgm:cxn modelId="{1CF9F7CB-13DC-4444-85E2-5DA2515FA5BF}" type="presOf" srcId="{EEA34DA0-5DE1-4EB6-A50B-99F1279B13B6}" destId="{23F6A11D-2CAD-4541-927D-E4B2E1EB8BC2}" srcOrd="0" destOrd="0" presId="urn:microsoft.com/office/officeart/2016/7/layout/LinearArrowProcessNumbered"/>
    <dgm:cxn modelId="{0A73B6D9-AD1A-4D73-8BDA-2ECEF9A9F78B}" type="presOf" srcId="{57400716-1017-4949-8429-E2A853E755C4}" destId="{1F15DFB6-C789-4D2D-91A8-A0E647DF6837}" srcOrd="0" destOrd="0" presId="urn:microsoft.com/office/officeart/2016/7/layout/LinearArrowProcessNumbered"/>
    <dgm:cxn modelId="{2C07A6DB-BFAF-4792-975B-6E4F31E2353D}" type="presOf" srcId="{434ED95F-E979-47E7-99D1-D20ECC1A867D}" destId="{C0CF1901-71C5-43E4-869D-F901BA7EA8E1}" srcOrd="0" destOrd="0" presId="urn:microsoft.com/office/officeart/2016/7/layout/LinearArrowProcessNumbered"/>
    <dgm:cxn modelId="{897484DC-7892-4886-B6E5-6A70907E6F2C}" type="presOf" srcId="{F4D4CB14-7048-4B3F-848B-010349EC42A0}" destId="{57EF3BFB-358A-401F-BEB5-7E42385CEE7C}" srcOrd="0" destOrd="0" presId="urn:microsoft.com/office/officeart/2016/7/layout/LinearArrowProcessNumbered"/>
    <dgm:cxn modelId="{C4889DF6-ECA3-44F1-9EB2-51E4C43C4493}" type="presOf" srcId="{9A3C3D54-E93B-47CC-8D89-5C10336CF75B}" destId="{24825565-9DC0-4913-A658-4C92B3832B5E}" srcOrd="0" destOrd="0" presId="urn:microsoft.com/office/officeart/2016/7/layout/LinearArrowProcessNumbered"/>
    <dgm:cxn modelId="{EB833636-D3F0-4D7D-B779-6391840AB6E5}" type="presParOf" srcId="{A718BC6D-0B2F-45CA-ACC8-95F540B96F79}" destId="{A550E4E4-8312-4D67-95D8-1F1AC4C5231E}" srcOrd="0" destOrd="0" presId="urn:microsoft.com/office/officeart/2016/7/layout/LinearArrowProcessNumbered"/>
    <dgm:cxn modelId="{D2E9FF90-5345-4F21-BF73-83E5CDE93B40}" type="presParOf" srcId="{A550E4E4-8312-4D67-95D8-1F1AC4C5231E}" destId="{9279858E-23A3-480B-87BD-37373A1E23FC}" srcOrd="0" destOrd="0" presId="urn:microsoft.com/office/officeart/2016/7/layout/LinearArrowProcessNumbered"/>
    <dgm:cxn modelId="{3F847FDB-C22B-4717-9A25-9BBED2FA06E3}" type="presParOf" srcId="{A550E4E4-8312-4D67-95D8-1F1AC4C5231E}" destId="{B41B0EEC-3A22-4000-B4E0-348AF14077BE}" srcOrd="1" destOrd="0" presId="urn:microsoft.com/office/officeart/2016/7/layout/LinearArrowProcessNumbered"/>
    <dgm:cxn modelId="{CDF10E9D-33B5-46CE-B533-4400FC2131C9}" type="presParOf" srcId="{B41B0EEC-3A22-4000-B4E0-348AF14077BE}" destId="{23D1D633-E37A-4B53-8F5C-17D141C70E76}" srcOrd="0" destOrd="0" presId="urn:microsoft.com/office/officeart/2016/7/layout/LinearArrowProcessNumbered"/>
    <dgm:cxn modelId="{39A117A9-A54E-456C-A3DB-9702B7171847}" type="presParOf" srcId="{B41B0EEC-3A22-4000-B4E0-348AF14077BE}" destId="{7EFC2221-D08D-496B-86CD-D410F14E48F5}" srcOrd="1" destOrd="0" presId="urn:microsoft.com/office/officeart/2016/7/layout/LinearArrowProcessNumbered"/>
    <dgm:cxn modelId="{DA66D160-D9AC-4ABF-BA4D-776998425745}" type="presParOf" srcId="{B41B0EEC-3A22-4000-B4E0-348AF14077BE}" destId="{60BB38C6-A434-42FA-B90A-846DF0AA746F}" srcOrd="2" destOrd="0" presId="urn:microsoft.com/office/officeart/2016/7/layout/LinearArrowProcessNumbered"/>
    <dgm:cxn modelId="{DB1E6750-267B-4D07-B5DF-0F3B95426BFF}" type="presParOf" srcId="{B41B0EEC-3A22-4000-B4E0-348AF14077BE}" destId="{9FE5B7C9-DD38-4F01-86FE-4206B94AAD6B}" srcOrd="3" destOrd="0" presId="urn:microsoft.com/office/officeart/2016/7/layout/LinearArrowProcessNumbered"/>
    <dgm:cxn modelId="{93DCA62A-716F-4507-BB6C-ED5FDD5F2966}" type="presParOf" srcId="{A550E4E4-8312-4D67-95D8-1F1AC4C5231E}" destId="{1F15DFB6-C789-4D2D-91A8-A0E647DF6837}" srcOrd="2" destOrd="0" presId="urn:microsoft.com/office/officeart/2016/7/layout/LinearArrowProcessNumbered"/>
    <dgm:cxn modelId="{A73656D6-AAD2-4F90-8C8B-44F49209BFB9}" type="presParOf" srcId="{A718BC6D-0B2F-45CA-ACC8-95F540B96F79}" destId="{BCE08AC4-D5DA-4E12-BE04-21875C988EE5}" srcOrd="1" destOrd="0" presId="urn:microsoft.com/office/officeart/2016/7/layout/LinearArrowProcessNumbered"/>
    <dgm:cxn modelId="{12FF54D3-AE2E-4F91-9640-A143E9B09085}" type="presParOf" srcId="{A718BC6D-0B2F-45CA-ACC8-95F540B96F79}" destId="{1A37CACB-1493-4063-8262-14A80C6AB185}" srcOrd="2" destOrd="0" presId="urn:microsoft.com/office/officeart/2016/7/layout/LinearArrowProcessNumbered"/>
    <dgm:cxn modelId="{4BF717E4-D49A-4219-8779-F7803BCFAB9A}" type="presParOf" srcId="{1A37CACB-1493-4063-8262-14A80C6AB185}" destId="{AC0BAC1B-E4CC-4C04-8CF3-387205DEAF0C}" srcOrd="0" destOrd="0" presId="urn:microsoft.com/office/officeart/2016/7/layout/LinearArrowProcessNumbered"/>
    <dgm:cxn modelId="{133C7CD8-B16F-40CF-B17A-833140D7A3EE}" type="presParOf" srcId="{1A37CACB-1493-4063-8262-14A80C6AB185}" destId="{F340FFF2-3EF1-4201-9188-6DC838D30DB7}" srcOrd="1" destOrd="0" presId="urn:microsoft.com/office/officeart/2016/7/layout/LinearArrowProcessNumbered"/>
    <dgm:cxn modelId="{82FA0E33-3109-44C9-9E82-C45B420C9EE1}" type="presParOf" srcId="{F340FFF2-3EF1-4201-9188-6DC838D30DB7}" destId="{D052FFF0-47A6-4255-A5B8-04AE12D9454A}" srcOrd="0" destOrd="0" presId="urn:microsoft.com/office/officeart/2016/7/layout/LinearArrowProcessNumbered"/>
    <dgm:cxn modelId="{C2AC7B35-A01E-45D2-A924-DC1D9583CA76}" type="presParOf" srcId="{F340FFF2-3EF1-4201-9188-6DC838D30DB7}" destId="{C79639E0-6133-4687-A60C-95B8365524FB}" srcOrd="1" destOrd="0" presId="urn:microsoft.com/office/officeart/2016/7/layout/LinearArrowProcessNumbered"/>
    <dgm:cxn modelId="{9199BB00-A3B9-483F-AC87-69A61F6336C5}" type="presParOf" srcId="{F340FFF2-3EF1-4201-9188-6DC838D30DB7}" destId="{C0CF1901-71C5-43E4-869D-F901BA7EA8E1}" srcOrd="2" destOrd="0" presId="urn:microsoft.com/office/officeart/2016/7/layout/LinearArrowProcessNumbered"/>
    <dgm:cxn modelId="{B93F246A-0E25-4E18-AD24-BD890C432137}" type="presParOf" srcId="{F340FFF2-3EF1-4201-9188-6DC838D30DB7}" destId="{E33A94D5-B851-452F-80BC-5AE02AE694D2}" srcOrd="3" destOrd="0" presId="urn:microsoft.com/office/officeart/2016/7/layout/LinearArrowProcessNumbered"/>
    <dgm:cxn modelId="{524CB224-C88B-42B5-A234-D62C8C98AB0A}" type="presParOf" srcId="{1A37CACB-1493-4063-8262-14A80C6AB185}" destId="{26CFB1D7-F9B9-4F66-9E97-DD13CE305942}" srcOrd="2" destOrd="0" presId="urn:microsoft.com/office/officeart/2016/7/layout/LinearArrowProcessNumbered"/>
    <dgm:cxn modelId="{F1B93A89-75C3-4917-BC30-4005795C4597}" type="presParOf" srcId="{A718BC6D-0B2F-45CA-ACC8-95F540B96F79}" destId="{EC01ACD2-B03F-4D0B-AC4C-06D7C537AE2C}" srcOrd="3" destOrd="0" presId="urn:microsoft.com/office/officeart/2016/7/layout/LinearArrowProcessNumbered"/>
    <dgm:cxn modelId="{AB8744A2-4695-4005-9615-48B2FFB8A411}" type="presParOf" srcId="{A718BC6D-0B2F-45CA-ACC8-95F540B96F79}" destId="{4EA6DCAA-D174-4E05-94C3-C979DDE84929}" srcOrd="4" destOrd="0" presId="urn:microsoft.com/office/officeart/2016/7/layout/LinearArrowProcessNumbered"/>
    <dgm:cxn modelId="{69FB23D0-B0BF-4569-9C1B-8B1EF01C5D5F}" type="presParOf" srcId="{4EA6DCAA-D174-4E05-94C3-C979DDE84929}" destId="{47F31BD8-7335-415C-9557-AE1686DD3D56}" srcOrd="0" destOrd="0" presId="urn:microsoft.com/office/officeart/2016/7/layout/LinearArrowProcessNumbered"/>
    <dgm:cxn modelId="{5C546C08-B500-4697-B138-CB6A85D4A422}" type="presParOf" srcId="{4EA6DCAA-D174-4E05-94C3-C979DDE84929}" destId="{9D74F1E5-5F1A-4FF0-8AA6-70DAD2663B8F}" srcOrd="1" destOrd="0" presId="urn:microsoft.com/office/officeart/2016/7/layout/LinearArrowProcessNumbered"/>
    <dgm:cxn modelId="{D97A7436-D1E8-4DE2-BABB-28E1A1BF01FD}" type="presParOf" srcId="{9D74F1E5-5F1A-4FF0-8AA6-70DAD2663B8F}" destId="{B9D41D5D-3F2D-4E78-8EAA-54E1E98E1B0D}" srcOrd="0" destOrd="0" presId="urn:microsoft.com/office/officeart/2016/7/layout/LinearArrowProcessNumbered"/>
    <dgm:cxn modelId="{C19D0D2F-887C-495F-8D96-22A1CFD2CCB5}" type="presParOf" srcId="{9D74F1E5-5F1A-4FF0-8AA6-70DAD2663B8F}" destId="{0F2EB93A-AE02-480A-AEC4-7E1D28257AD2}" srcOrd="1" destOrd="0" presId="urn:microsoft.com/office/officeart/2016/7/layout/LinearArrowProcessNumbered"/>
    <dgm:cxn modelId="{D978CEB0-1C48-42E1-B6F5-2A9AE48E879D}" type="presParOf" srcId="{9D74F1E5-5F1A-4FF0-8AA6-70DAD2663B8F}" destId="{8C957948-42EF-45E6-9EC0-CB8DBCEFC7FE}" srcOrd="2" destOrd="0" presId="urn:microsoft.com/office/officeart/2016/7/layout/LinearArrowProcessNumbered"/>
    <dgm:cxn modelId="{EB99FEB2-D916-4747-A994-98D4A68CC17B}" type="presParOf" srcId="{9D74F1E5-5F1A-4FF0-8AA6-70DAD2663B8F}" destId="{90F5CED8-E4B4-435A-BF05-1699CC0742FC}" srcOrd="3" destOrd="0" presId="urn:microsoft.com/office/officeart/2016/7/layout/LinearArrowProcessNumbered"/>
    <dgm:cxn modelId="{71CCBEEB-2E17-43C6-8E69-216E10C37F77}" type="presParOf" srcId="{4EA6DCAA-D174-4E05-94C3-C979DDE84929}" destId="{24825565-9DC0-4913-A658-4C92B3832B5E}" srcOrd="2" destOrd="0" presId="urn:microsoft.com/office/officeart/2016/7/layout/LinearArrowProcessNumbered"/>
    <dgm:cxn modelId="{696283C1-8558-4141-80B3-8607891B102B}" type="presParOf" srcId="{A718BC6D-0B2F-45CA-ACC8-95F540B96F79}" destId="{9D7D906E-2F46-4716-90BB-FFB81F767EE3}" srcOrd="5" destOrd="0" presId="urn:microsoft.com/office/officeart/2016/7/layout/LinearArrowProcessNumbered"/>
    <dgm:cxn modelId="{942B5E53-1F7C-4967-A5FD-2A7792C185DD}" type="presParOf" srcId="{A718BC6D-0B2F-45CA-ACC8-95F540B96F79}" destId="{22030388-8A0D-4F99-9ABD-25B7760D792F}" srcOrd="6" destOrd="0" presId="urn:microsoft.com/office/officeart/2016/7/layout/LinearArrowProcessNumbered"/>
    <dgm:cxn modelId="{C3931EFD-31BE-4F1C-8314-4C4A149FA9CA}" type="presParOf" srcId="{22030388-8A0D-4F99-9ABD-25B7760D792F}" destId="{5BBCA22E-2039-477A-9417-3B1FC8C770C1}" srcOrd="0" destOrd="0" presId="urn:microsoft.com/office/officeart/2016/7/layout/LinearArrowProcessNumbered"/>
    <dgm:cxn modelId="{E10EA64A-F6D4-4D72-9D3E-671FB2C4AB1D}" type="presParOf" srcId="{22030388-8A0D-4F99-9ABD-25B7760D792F}" destId="{88C0005A-1C7C-460D-8920-7D1F1A0D0EF4}" srcOrd="1" destOrd="0" presId="urn:microsoft.com/office/officeart/2016/7/layout/LinearArrowProcessNumbered"/>
    <dgm:cxn modelId="{46F1F551-9E07-4F51-A043-B9D1DB8D0D75}" type="presParOf" srcId="{88C0005A-1C7C-460D-8920-7D1F1A0D0EF4}" destId="{64323790-1350-470F-A8AC-E7A41D2FFF5B}" srcOrd="0" destOrd="0" presId="urn:microsoft.com/office/officeart/2016/7/layout/LinearArrowProcessNumbered"/>
    <dgm:cxn modelId="{C947D58F-B998-473B-ACF3-40DCD66ACDFB}" type="presParOf" srcId="{88C0005A-1C7C-460D-8920-7D1F1A0D0EF4}" destId="{89865009-701B-49F4-8592-B0CEB6921EEE}" srcOrd="1" destOrd="0" presId="urn:microsoft.com/office/officeart/2016/7/layout/LinearArrowProcessNumbered"/>
    <dgm:cxn modelId="{4250F168-B38B-4512-B5D3-44DFE3C22046}" type="presParOf" srcId="{88C0005A-1C7C-460D-8920-7D1F1A0D0EF4}" destId="{FB855A2F-79B4-4242-8621-8F92E3447674}" srcOrd="2" destOrd="0" presId="urn:microsoft.com/office/officeart/2016/7/layout/LinearArrowProcessNumbered"/>
    <dgm:cxn modelId="{8A36F571-A7FF-41EC-807D-C6A7E12A3082}" type="presParOf" srcId="{88C0005A-1C7C-460D-8920-7D1F1A0D0EF4}" destId="{B92C1237-49A0-4E7E-92B1-402D6BC74830}" srcOrd="3" destOrd="0" presId="urn:microsoft.com/office/officeart/2016/7/layout/LinearArrowProcessNumbered"/>
    <dgm:cxn modelId="{6A0392FA-B32B-4CE5-BD46-D306047890F6}" type="presParOf" srcId="{22030388-8A0D-4F99-9ABD-25B7760D792F}" destId="{0911D566-3A71-4DED-80D4-82DB53DA8F2B}" srcOrd="2" destOrd="0" presId="urn:microsoft.com/office/officeart/2016/7/layout/LinearArrowProcessNumbered"/>
    <dgm:cxn modelId="{A5EA3B01-8D24-43FE-AC01-4AC7E557A0B3}" type="presParOf" srcId="{A718BC6D-0B2F-45CA-ACC8-95F540B96F79}" destId="{0F3289DC-84DC-4913-8A4F-3E60C8AAACB4}" srcOrd="7" destOrd="0" presId="urn:microsoft.com/office/officeart/2016/7/layout/LinearArrowProcessNumbered"/>
    <dgm:cxn modelId="{36822BBA-8937-4124-8802-B43A79F9D893}" type="presParOf" srcId="{A718BC6D-0B2F-45CA-ACC8-95F540B96F79}" destId="{E0B85000-0A0A-4641-AFBD-08E16341914F}" srcOrd="8" destOrd="0" presId="urn:microsoft.com/office/officeart/2016/7/layout/LinearArrowProcessNumbered"/>
    <dgm:cxn modelId="{FD18A76B-A6A8-4152-929C-1F8AA918DF1B}" type="presParOf" srcId="{E0B85000-0A0A-4641-AFBD-08E16341914F}" destId="{CBC68D8E-A6FC-4BB0-A437-5F1DB751061E}" srcOrd="0" destOrd="0" presId="urn:microsoft.com/office/officeart/2016/7/layout/LinearArrowProcessNumbered"/>
    <dgm:cxn modelId="{41624CEC-DD01-497E-91A8-F9AA5A5C7753}" type="presParOf" srcId="{E0B85000-0A0A-4641-AFBD-08E16341914F}" destId="{83BDA1D1-B6FB-4C00-9C94-3DB479001E6C}" srcOrd="1" destOrd="0" presId="urn:microsoft.com/office/officeart/2016/7/layout/LinearArrowProcessNumbered"/>
    <dgm:cxn modelId="{AAF92FF1-BF56-4513-A98C-8E4FE6339234}" type="presParOf" srcId="{83BDA1D1-B6FB-4C00-9C94-3DB479001E6C}" destId="{E1D4E744-D229-4D1E-A64D-6643A9DE8626}" srcOrd="0" destOrd="0" presId="urn:microsoft.com/office/officeart/2016/7/layout/LinearArrowProcessNumbered"/>
    <dgm:cxn modelId="{7755EC2F-7416-4A27-A09F-A97E938AB3FA}" type="presParOf" srcId="{83BDA1D1-B6FB-4C00-9C94-3DB479001E6C}" destId="{A28B3D4B-C02D-4B47-B7FA-E349DCB5079A}" srcOrd="1" destOrd="0" presId="urn:microsoft.com/office/officeart/2016/7/layout/LinearArrowProcessNumbered"/>
    <dgm:cxn modelId="{5272CE2F-F6B7-4638-9B9D-DCFA1B0500D1}" type="presParOf" srcId="{83BDA1D1-B6FB-4C00-9C94-3DB479001E6C}" destId="{96EDDEF9-7B4E-4EFF-BA1B-24D77561DB50}" srcOrd="2" destOrd="0" presId="urn:microsoft.com/office/officeart/2016/7/layout/LinearArrowProcessNumbered"/>
    <dgm:cxn modelId="{D342EAB2-0E95-4C5B-A486-29D394C14189}" type="presParOf" srcId="{83BDA1D1-B6FB-4C00-9C94-3DB479001E6C}" destId="{E6ED60E6-5A70-4BC2-9D00-A7097149A43B}" srcOrd="3" destOrd="0" presId="urn:microsoft.com/office/officeart/2016/7/layout/LinearArrowProcessNumbered"/>
    <dgm:cxn modelId="{3FE8CC99-C2C2-4D5E-8417-6F8A6DA0D0AF}" type="presParOf" srcId="{E0B85000-0A0A-4641-AFBD-08E16341914F}" destId="{4CF1716E-F7FF-440F-8CF4-71FBD05121AD}" srcOrd="2" destOrd="0" presId="urn:microsoft.com/office/officeart/2016/7/layout/LinearArrowProcessNumbered"/>
    <dgm:cxn modelId="{00367A89-8B47-4A27-8E2F-CC5778105D6F}" type="presParOf" srcId="{A718BC6D-0B2F-45CA-ACC8-95F540B96F79}" destId="{C78635F9-27DA-4DDB-BBFB-1287949A5901}" srcOrd="9" destOrd="0" presId="urn:microsoft.com/office/officeart/2016/7/layout/LinearArrowProcessNumbered"/>
    <dgm:cxn modelId="{87407038-252C-4C2C-A876-DF431ECB1C0C}" type="presParOf" srcId="{A718BC6D-0B2F-45CA-ACC8-95F540B96F79}" destId="{E0C858DF-322D-496E-9952-A511A38F03BC}" srcOrd="10" destOrd="0" presId="urn:microsoft.com/office/officeart/2016/7/layout/LinearArrowProcessNumbered"/>
    <dgm:cxn modelId="{944ABD01-21E4-4C67-9E36-B9A1BA5DDE13}" type="presParOf" srcId="{E0C858DF-322D-496E-9952-A511A38F03BC}" destId="{0CBC9F63-AE42-4082-8556-9A8FEE21EBB5}" srcOrd="0" destOrd="0" presId="urn:microsoft.com/office/officeart/2016/7/layout/LinearArrowProcessNumbered"/>
    <dgm:cxn modelId="{9C0FAF30-DB9E-4CB6-BE46-8B870B51E04F}" type="presParOf" srcId="{E0C858DF-322D-496E-9952-A511A38F03BC}" destId="{8597576F-0715-4F3F-874C-9E4A306754E1}" srcOrd="1" destOrd="0" presId="urn:microsoft.com/office/officeart/2016/7/layout/LinearArrowProcessNumbered"/>
    <dgm:cxn modelId="{0B3E217C-0707-44A0-B6E8-16B827D59749}" type="presParOf" srcId="{8597576F-0715-4F3F-874C-9E4A306754E1}" destId="{BF3A8EAC-3E9E-46E8-8FFC-01D1E3151414}" srcOrd="0" destOrd="0" presId="urn:microsoft.com/office/officeart/2016/7/layout/LinearArrowProcessNumbered"/>
    <dgm:cxn modelId="{D4964833-6138-48FA-A52E-77BECCEB0EC7}" type="presParOf" srcId="{8597576F-0715-4F3F-874C-9E4A306754E1}" destId="{92F74EA8-9142-405D-B89B-526037CA3E05}" srcOrd="1" destOrd="0" presId="urn:microsoft.com/office/officeart/2016/7/layout/LinearArrowProcessNumbered"/>
    <dgm:cxn modelId="{F061B8AF-9C70-401C-841E-1302F049E507}" type="presParOf" srcId="{8597576F-0715-4F3F-874C-9E4A306754E1}" destId="{B4285EF4-0828-4605-9E6A-D3060BFD69C6}" srcOrd="2" destOrd="0" presId="urn:microsoft.com/office/officeart/2016/7/layout/LinearArrowProcessNumbered"/>
    <dgm:cxn modelId="{9B0409CC-38BA-4985-B508-BC8D5F81944D}" type="presParOf" srcId="{8597576F-0715-4F3F-874C-9E4A306754E1}" destId="{BB716F22-D897-4C0E-9541-A49280CED604}" srcOrd="3" destOrd="0" presId="urn:microsoft.com/office/officeart/2016/7/layout/LinearArrowProcessNumbered"/>
    <dgm:cxn modelId="{09DDF3B5-A106-4985-9EBA-F8969AD0916C}" type="presParOf" srcId="{E0C858DF-322D-496E-9952-A511A38F03BC}" destId="{57EF3BFB-358A-401F-BEB5-7E42385CEE7C}" srcOrd="2" destOrd="0" presId="urn:microsoft.com/office/officeart/2016/7/layout/LinearArrowProcessNumbered"/>
    <dgm:cxn modelId="{0F579BBA-F3A4-49B7-871E-BB7657C81F6F}" type="presParOf" srcId="{A718BC6D-0B2F-45CA-ACC8-95F540B96F79}" destId="{ABC2AA23-6E0A-4033-972E-F5E6063A9B37}" srcOrd="11" destOrd="0" presId="urn:microsoft.com/office/officeart/2016/7/layout/LinearArrowProcessNumbered"/>
    <dgm:cxn modelId="{68E03A6D-F066-4329-9E4B-837E6663DDD9}" type="presParOf" srcId="{A718BC6D-0B2F-45CA-ACC8-95F540B96F79}" destId="{F80D1E5A-3660-485C-8BCC-025C5857EE71}" srcOrd="12" destOrd="0" presId="urn:microsoft.com/office/officeart/2016/7/layout/LinearArrowProcessNumbered"/>
    <dgm:cxn modelId="{A604381D-9237-437C-9C60-DC4A33DB7922}" type="presParOf" srcId="{F80D1E5A-3660-485C-8BCC-025C5857EE71}" destId="{D4E54E44-089A-49F9-852C-2702418A3461}" srcOrd="0" destOrd="0" presId="urn:microsoft.com/office/officeart/2016/7/layout/LinearArrowProcessNumbered"/>
    <dgm:cxn modelId="{46DBE1C3-B7CB-4EC0-9ACB-59A9E9A27BA2}" type="presParOf" srcId="{F80D1E5A-3660-485C-8BCC-025C5857EE71}" destId="{8C691C6E-6595-4216-B2FE-32F243A6067A}" srcOrd="1" destOrd="0" presId="urn:microsoft.com/office/officeart/2016/7/layout/LinearArrowProcessNumbered"/>
    <dgm:cxn modelId="{23AECD4B-CB31-4427-AB4C-B627BFC985CA}" type="presParOf" srcId="{8C691C6E-6595-4216-B2FE-32F243A6067A}" destId="{F0C14311-D238-410C-9857-5135650058CA}" srcOrd="0" destOrd="0" presId="urn:microsoft.com/office/officeart/2016/7/layout/LinearArrowProcessNumbered"/>
    <dgm:cxn modelId="{D0D002E2-1B0B-474A-AEB1-7EAC4BF341A1}" type="presParOf" srcId="{8C691C6E-6595-4216-B2FE-32F243A6067A}" destId="{12144119-23BB-43CB-BB0D-725FD2D2D90D}" srcOrd="1" destOrd="0" presId="urn:microsoft.com/office/officeart/2016/7/layout/LinearArrowProcessNumbered"/>
    <dgm:cxn modelId="{3350B7E8-AF7E-46C1-987F-646170307EC1}" type="presParOf" srcId="{8C691C6E-6595-4216-B2FE-32F243A6067A}" destId="{790B9719-DF58-4C65-8A74-345BF3FA22CB}" srcOrd="2" destOrd="0" presId="urn:microsoft.com/office/officeart/2016/7/layout/LinearArrowProcessNumbered"/>
    <dgm:cxn modelId="{92814A42-8589-4F2F-A3FD-6A06C9B60FB7}" type="presParOf" srcId="{8C691C6E-6595-4216-B2FE-32F243A6067A}" destId="{DC314810-44C1-471D-A898-EE31D06AE661}" srcOrd="3" destOrd="0" presId="urn:microsoft.com/office/officeart/2016/7/layout/LinearArrowProcessNumbered"/>
    <dgm:cxn modelId="{3B59D5D1-71EF-49A0-814A-2D39CA90F131}" type="presParOf" srcId="{F80D1E5A-3660-485C-8BCC-025C5857EE71}" destId="{23F6A11D-2CAD-4541-927D-E4B2E1EB8BC2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566DE2-00E6-4BA9-B7FC-6BB7C3F19DD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C4B6AA-A81B-49FE-9BDF-B235D059C5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Front-End: Django, HTML, CSS, JavaScript, Bootstrap</a:t>
          </a:r>
        </a:p>
      </dgm:t>
    </dgm:pt>
    <dgm:pt modelId="{58BF13B3-427C-4E75-8BD9-DF29F66955A6}" type="parTrans" cxnId="{0EC05C39-D315-4F44-92BF-2CDA8D411101}">
      <dgm:prSet/>
      <dgm:spPr/>
      <dgm:t>
        <a:bodyPr/>
        <a:lstStyle/>
        <a:p>
          <a:endParaRPr lang="en-US"/>
        </a:p>
      </dgm:t>
    </dgm:pt>
    <dgm:pt modelId="{80FA0A70-6DB5-463E-91A5-BF53797A05ED}" type="sibTrans" cxnId="{0EC05C39-D315-4F44-92BF-2CDA8D411101}">
      <dgm:prSet/>
      <dgm:spPr/>
      <dgm:t>
        <a:bodyPr/>
        <a:lstStyle/>
        <a:p>
          <a:endParaRPr lang="en-US"/>
        </a:p>
      </dgm:t>
    </dgm:pt>
    <dgm:pt modelId="{6FC4BDE7-F5EB-40A0-9632-67FACDED61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Back-End: Python, machine learning model</a:t>
          </a:r>
        </a:p>
      </dgm:t>
    </dgm:pt>
    <dgm:pt modelId="{F045D892-2FB1-4087-80EE-9C781D491A33}" type="parTrans" cxnId="{44C95D32-A00C-43D3-ABCD-E21D6F49A262}">
      <dgm:prSet/>
      <dgm:spPr/>
      <dgm:t>
        <a:bodyPr/>
        <a:lstStyle/>
        <a:p>
          <a:endParaRPr lang="en-US"/>
        </a:p>
      </dgm:t>
    </dgm:pt>
    <dgm:pt modelId="{E88007DF-475A-4345-91A5-5654505A2F3C}" type="sibTrans" cxnId="{44C95D32-A00C-43D3-ABCD-E21D6F49A262}">
      <dgm:prSet/>
      <dgm:spPr/>
      <dgm:t>
        <a:bodyPr/>
        <a:lstStyle/>
        <a:p>
          <a:endParaRPr lang="en-US"/>
        </a:p>
      </dgm:t>
    </dgm:pt>
    <dgm:pt modelId="{1155CBE6-964C-4B70-B375-0D2580D8CA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Database: Django admin panel ,SQL-Lite, car dataset (csv)</a:t>
          </a:r>
        </a:p>
      </dgm:t>
    </dgm:pt>
    <dgm:pt modelId="{878ED12E-C39E-483E-BA51-9ED9C8E9DE7D}" type="parTrans" cxnId="{46420FB5-51EC-4F79-AB8C-90F2599972FF}">
      <dgm:prSet/>
      <dgm:spPr/>
      <dgm:t>
        <a:bodyPr/>
        <a:lstStyle/>
        <a:p>
          <a:endParaRPr lang="en-US"/>
        </a:p>
      </dgm:t>
    </dgm:pt>
    <dgm:pt modelId="{FC766FF5-FBF5-4E17-A4C6-CC99A9C201BE}" type="sibTrans" cxnId="{46420FB5-51EC-4F79-AB8C-90F2599972FF}">
      <dgm:prSet/>
      <dgm:spPr/>
      <dgm:t>
        <a:bodyPr/>
        <a:lstStyle/>
        <a:p>
          <a:endParaRPr lang="en-US"/>
        </a:p>
      </dgm:t>
    </dgm:pt>
    <dgm:pt modelId="{5EAB99A7-15B8-41F9-8194-E58EC8094A42}" type="pres">
      <dgm:prSet presAssocID="{6A566DE2-00E6-4BA9-B7FC-6BB7C3F19DD9}" presName="root" presStyleCnt="0">
        <dgm:presLayoutVars>
          <dgm:dir/>
          <dgm:resizeHandles val="exact"/>
        </dgm:presLayoutVars>
      </dgm:prSet>
      <dgm:spPr/>
    </dgm:pt>
    <dgm:pt modelId="{CBACF56C-DEF1-4E8D-88DF-818C6845CDD4}" type="pres">
      <dgm:prSet presAssocID="{FDC4B6AA-A81B-49FE-9BDF-B235D059C52F}" presName="compNode" presStyleCnt="0"/>
      <dgm:spPr/>
    </dgm:pt>
    <dgm:pt modelId="{59322AF8-2BD6-470A-A2F3-11A15221EE5E}" type="pres">
      <dgm:prSet presAssocID="{FDC4B6AA-A81B-49FE-9BDF-B235D059C5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38CD659F-5E77-4421-93B8-77931CCA39DC}" type="pres">
      <dgm:prSet presAssocID="{FDC4B6AA-A81B-49FE-9BDF-B235D059C52F}" presName="spaceRect" presStyleCnt="0"/>
      <dgm:spPr/>
    </dgm:pt>
    <dgm:pt modelId="{938C753D-EF54-4286-A92F-A50BAB88EB80}" type="pres">
      <dgm:prSet presAssocID="{FDC4B6AA-A81B-49FE-9BDF-B235D059C52F}" presName="textRect" presStyleLbl="revTx" presStyleIdx="0" presStyleCnt="3">
        <dgm:presLayoutVars>
          <dgm:chMax val="1"/>
          <dgm:chPref val="1"/>
        </dgm:presLayoutVars>
      </dgm:prSet>
      <dgm:spPr/>
    </dgm:pt>
    <dgm:pt modelId="{124383FA-1CF0-4C65-9EEA-E0A26F6BE836}" type="pres">
      <dgm:prSet presAssocID="{80FA0A70-6DB5-463E-91A5-BF53797A05ED}" presName="sibTrans" presStyleCnt="0"/>
      <dgm:spPr/>
    </dgm:pt>
    <dgm:pt modelId="{34CF7FB0-9856-410C-9808-82480AC5311C}" type="pres">
      <dgm:prSet presAssocID="{6FC4BDE7-F5EB-40A0-9632-67FACDED61FB}" presName="compNode" presStyleCnt="0"/>
      <dgm:spPr/>
    </dgm:pt>
    <dgm:pt modelId="{EE7913B5-187D-47ED-919E-5B3C6FA6CC1B}" type="pres">
      <dgm:prSet presAssocID="{6FC4BDE7-F5EB-40A0-9632-67FACDED61F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12470FA-E3C6-4D1E-85A2-C868F4CA24CA}" type="pres">
      <dgm:prSet presAssocID="{6FC4BDE7-F5EB-40A0-9632-67FACDED61FB}" presName="spaceRect" presStyleCnt="0"/>
      <dgm:spPr/>
    </dgm:pt>
    <dgm:pt modelId="{CB581D33-4F4F-4ACD-ADBE-DE7029E6B338}" type="pres">
      <dgm:prSet presAssocID="{6FC4BDE7-F5EB-40A0-9632-67FACDED61FB}" presName="textRect" presStyleLbl="revTx" presStyleIdx="1" presStyleCnt="3">
        <dgm:presLayoutVars>
          <dgm:chMax val="1"/>
          <dgm:chPref val="1"/>
        </dgm:presLayoutVars>
      </dgm:prSet>
      <dgm:spPr/>
    </dgm:pt>
    <dgm:pt modelId="{B968ABCD-572D-456D-B5A1-51C0CC87A37D}" type="pres">
      <dgm:prSet presAssocID="{E88007DF-475A-4345-91A5-5654505A2F3C}" presName="sibTrans" presStyleCnt="0"/>
      <dgm:spPr/>
    </dgm:pt>
    <dgm:pt modelId="{7D8A3A3C-616B-41E2-8C1B-E1331C01C87F}" type="pres">
      <dgm:prSet presAssocID="{1155CBE6-964C-4B70-B375-0D2580D8CA28}" presName="compNode" presStyleCnt="0"/>
      <dgm:spPr/>
    </dgm:pt>
    <dgm:pt modelId="{87E89CD6-9970-45DF-82C8-76A756352F81}" type="pres">
      <dgm:prSet presAssocID="{1155CBE6-964C-4B70-B375-0D2580D8CA2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DE924D5-6AC3-47E9-9A9B-C3F53F2DD6A9}" type="pres">
      <dgm:prSet presAssocID="{1155CBE6-964C-4B70-B375-0D2580D8CA28}" presName="spaceRect" presStyleCnt="0"/>
      <dgm:spPr/>
    </dgm:pt>
    <dgm:pt modelId="{21F2CC44-E2D3-4027-999A-B4A3B05F9CC6}" type="pres">
      <dgm:prSet presAssocID="{1155CBE6-964C-4B70-B375-0D2580D8CA2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4C95D32-A00C-43D3-ABCD-E21D6F49A262}" srcId="{6A566DE2-00E6-4BA9-B7FC-6BB7C3F19DD9}" destId="{6FC4BDE7-F5EB-40A0-9632-67FACDED61FB}" srcOrd="1" destOrd="0" parTransId="{F045D892-2FB1-4087-80EE-9C781D491A33}" sibTransId="{E88007DF-475A-4345-91A5-5654505A2F3C}"/>
    <dgm:cxn modelId="{0EC05C39-D315-4F44-92BF-2CDA8D411101}" srcId="{6A566DE2-00E6-4BA9-B7FC-6BB7C3F19DD9}" destId="{FDC4B6AA-A81B-49FE-9BDF-B235D059C52F}" srcOrd="0" destOrd="0" parTransId="{58BF13B3-427C-4E75-8BD9-DF29F66955A6}" sibTransId="{80FA0A70-6DB5-463E-91A5-BF53797A05ED}"/>
    <dgm:cxn modelId="{9D10D76A-CB2C-486E-BB13-F407300AA9DB}" type="presOf" srcId="{6FC4BDE7-F5EB-40A0-9632-67FACDED61FB}" destId="{CB581D33-4F4F-4ACD-ADBE-DE7029E6B338}" srcOrd="0" destOrd="0" presId="urn:microsoft.com/office/officeart/2018/2/layout/IconLabelList"/>
    <dgm:cxn modelId="{F1296D9C-C47B-4576-AB6C-CE79F4D47DFD}" type="presOf" srcId="{6A566DE2-00E6-4BA9-B7FC-6BB7C3F19DD9}" destId="{5EAB99A7-15B8-41F9-8194-E58EC8094A42}" srcOrd="0" destOrd="0" presId="urn:microsoft.com/office/officeart/2018/2/layout/IconLabelList"/>
    <dgm:cxn modelId="{46420FB5-51EC-4F79-AB8C-90F2599972FF}" srcId="{6A566DE2-00E6-4BA9-B7FC-6BB7C3F19DD9}" destId="{1155CBE6-964C-4B70-B375-0D2580D8CA28}" srcOrd="2" destOrd="0" parTransId="{878ED12E-C39E-483E-BA51-9ED9C8E9DE7D}" sibTransId="{FC766FF5-FBF5-4E17-A4C6-CC99A9C201BE}"/>
    <dgm:cxn modelId="{66D0AAB9-82D3-4938-9B5D-494B39CA24A2}" type="presOf" srcId="{FDC4B6AA-A81B-49FE-9BDF-B235D059C52F}" destId="{938C753D-EF54-4286-A92F-A50BAB88EB80}" srcOrd="0" destOrd="0" presId="urn:microsoft.com/office/officeart/2018/2/layout/IconLabelList"/>
    <dgm:cxn modelId="{DB4AA1DC-D490-439B-B6E0-0424F0C4F68D}" type="presOf" srcId="{1155CBE6-964C-4B70-B375-0D2580D8CA28}" destId="{21F2CC44-E2D3-4027-999A-B4A3B05F9CC6}" srcOrd="0" destOrd="0" presId="urn:microsoft.com/office/officeart/2018/2/layout/IconLabelList"/>
    <dgm:cxn modelId="{DFF947C0-439A-4C36-B3A8-E5AE3B3F1E50}" type="presParOf" srcId="{5EAB99A7-15B8-41F9-8194-E58EC8094A42}" destId="{CBACF56C-DEF1-4E8D-88DF-818C6845CDD4}" srcOrd="0" destOrd="0" presId="urn:microsoft.com/office/officeart/2018/2/layout/IconLabelList"/>
    <dgm:cxn modelId="{F5807A04-141A-4112-8AB4-2FEE9E9A0042}" type="presParOf" srcId="{CBACF56C-DEF1-4E8D-88DF-818C6845CDD4}" destId="{59322AF8-2BD6-470A-A2F3-11A15221EE5E}" srcOrd="0" destOrd="0" presId="urn:microsoft.com/office/officeart/2018/2/layout/IconLabelList"/>
    <dgm:cxn modelId="{68E4CDA3-F4B4-4AD4-BC42-B807BDB1359D}" type="presParOf" srcId="{CBACF56C-DEF1-4E8D-88DF-818C6845CDD4}" destId="{38CD659F-5E77-4421-93B8-77931CCA39DC}" srcOrd="1" destOrd="0" presId="urn:microsoft.com/office/officeart/2018/2/layout/IconLabelList"/>
    <dgm:cxn modelId="{531DD4D8-CD38-4DB8-9AD0-1D4066C75254}" type="presParOf" srcId="{CBACF56C-DEF1-4E8D-88DF-818C6845CDD4}" destId="{938C753D-EF54-4286-A92F-A50BAB88EB80}" srcOrd="2" destOrd="0" presId="urn:microsoft.com/office/officeart/2018/2/layout/IconLabelList"/>
    <dgm:cxn modelId="{2E8D4FF9-10F3-4EFE-B754-CC961ED5DE6B}" type="presParOf" srcId="{5EAB99A7-15B8-41F9-8194-E58EC8094A42}" destId="{124383FA-1CF0-4C65-9EEA-E0A26F6BE836}" srcOrd="1" destOrd="0" presId="urn:microsoft.com/office/officeart/2018/2/layout/IconLabelList"/>
    <dgm:cxn modelId="{9D57F661-4F74-45BC-B2E4-B27B7440835E}" type="presParOf" srcId="{5EAB99A7-15B8-41F9-8194-E58EC8094A42}" destId="{34CF7FB0-9856-410C-9808-82480AC5311C}" srcOrd="2" destOrd="0" presId="urn:microsoft.com/office/officeart/2018/2/layout/IconLabelList"/>
    <dgm:cxn modelId="{704DAD54-9725-4358-9445-D529D419624D}" type="presParOf" srcId="{34CF7FB0-9856-410C-9808-82480AC5311C}" destId="{EE7913B5-187D-47ED-919E-5B3C6FA6CC1B}" srcOrd="0" destOrd="0" presId="urn:microsoft.com/office/officeart/2018/2/layout/IconLabelList"/>
    <dgm:cxn modelId="{12B55579-75F1-45F8-A7CE-043EE1B3061B}" type="presParOf" srcId="{34CF7FB0-9856-410C-9808-82480AC5311C}" destId="{112470FA-E3C6-4D1E-85A2-C868F4CA24CA}" srcOrd="1" destOrd="0" presId="urn:microsoft.com/office/officeart/2018/2/layout/IconLabelList"/>
    <dgm:cxn modelId="{CBB9D783-BF20-4CCD-8956-6F1729CF977F}" type="presParOf" srcId="{34CF7FB0-9856-410C-9808-82480AC5311C}" destId="{CB581D33-4F4F-4ACD-ADBE-DE7029E6B338}" srcOrd="2" destOrd="0" presId="urn:microsoft.com/office/officeart/2018/2/layout/IconLabelList"/>
    <dgm:cxn modelId="{C54A6472-9066-4D7D-B7DF-E5D8469516F3}" type="presParOf" srcId="{5EAB99A7-15B8-41F9-8194-E58EC8094A42}" destId="{B968ABCD-572D-456D-B5A1-51C0CC87A37D}" srcOrd="3" destOrd="0" presId="urn:microsoft.com/office/officeart/2018/2/layout/IconLabelList"/>
    <dgm:cxn modelId="{81935158-5151-4DB9-BA85-7722F2455444}" type="presParOf" srcId="{5EAB99A7-15B8-41F9-8194-E58EC8094A42}" destId="{7D8A3A3C-616B-41E2-8C1B-E1331C01C87F}" srcOrd="4" destOrd="0" presId="urn:microsoft.com/office/officeart/2018/2/layout/IconLabelList"/>
    <dgm:cxn modelId="{C4B773D5-929F-478E-B6D8-162F3B7F5945}" type="presParOf" srcId="{7D8A3A3C-616B-41E2-8C1B-E1331C01C87F}" destId="{87E89CD6-9970-45DF-82C8-76A756352F81}" srcOrd="0" destOrd="0" presId="urn:microsoft.com/office/officeart/2018/2/layout/IconLabelList"/>
    <dgm:cxn modelId="{FD0268AE-5647-440B-9BE5-4CD63CBB7365}" type="presParOf" srcId="{7D8A3A3C-616B-41E2-8C1B-E1331C01C87F}" destId="{ADE924D5-6AC3-47E9-9A9B-C3F53F2DD6A9}" srcOrd="1" destOrd="0" presId="urn:microsoft.com/office/officeart/2018/2/layout/IconLabelList"/>
    <dgm:cxn modelId="{F5F85C2C-E349-43E4-90A3-979E74AAE6B6}" type="presParOf" srcId="{7D8A3A3C-616B-41E2-8C1B-E1331C01C87F}" destId="{21F2CC44-E2D3-4027-999A-B4A3B05F9CC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44297D-68C9-4692-B9C8-C9120CF9DA8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8F39C3-B836-4E4F-99AC-834D4EABD432}">
      <dgm:prSet/>
      <dgm:spPr/>
      <dgm:t>
        <a:bodyPr/>
        <a:lstStyle/>
        <a:p>
          <a:r>
            <a:rPr lang="en-US" dirty="0"/>
            <a:t>1.Progressive web app</a:t>
          </a:r>
        </a:p>
      </dgm:t>
    </dgm:pt>
    <dgm:pt modelId="{3BA93EFF-EEB1-4242-8548-A57FDCDAEBE1}" type="parTrans" cxnId="{DA0C085F-BC0A-4D4E-829E-4FD26638EA23}">
      <dgm:prSet/>
      <dgm:spPr/>
      <dgm:t>
        <a:bodyPr/>
        <a:lstStyle/>
        <a:p>
          <a:endParaRPr lang="en-US"/>
        </a:p>
      </dgm:t>
    </dgm:pt>
    <dgm:pt modelId="{217F4E4C-E4B1-4ED8-8B15-7C033D56DB3F}" type="sibTrans" cxnId="{DA0C085F-BC0A-4D4E-829E-4FD26638EA23}">
      <dgm:prSet/>
      <dgm:spPr/>
      <dgm:t>
        <a:bodyPr/>
        <a:lstStyle/>
        <a:p>
          <a:endParaRPr lang="en-US"/>
        </a:p>
      </dgm:t>
    </dgm:pt>
    <dgm:pt modelId="{6268207B-D647-4922-9BF3-105E4760135C}">
      <dgm:prSet/>
      <dgm:spPr/>
      <dgm:t>
        <a:bodyPr/>
        <a:lstStyle/>
        <a:p>
          <a:r>
            <a:rPr lang="en-US" dirty="0"/>
            <a:t>2. responsive and dynamic website</a:t>
          </a:r>
        </a:p>
      </dgm:t>
    </dgm:pt>
    <dgm:pt modelId="{6F166934-5878-45EA-B69F-118A541FA0E1}" type="parTrans" cxnId="{9D3AF502-B78E-4805-994E-BC69CEAFC766}">
      <dgm:prSet/>
      <dgm:spPr/>
      <dgm:t>
        <a:bodyPr/>
        <a:lstStyle/>
        <a:p>
          <a:endParaRPr lang="en-US"/>
        </a:p>
      </dgm:t>
    </dgm:pt>
    <dgm:pt modelId="{A0A89210-25AE-43F7-B943-902D7E2E44A8}" type="sibTrans" cxnId="{9D3AF502-B78E-4805-994E-BC69CEAFC766}">
      <dgm:prSet/>
      <dgm:spPr/>
      <dgm:t>
        <a:bodyPr/>
        <a:lstStyle/>
        <a:p>
          <a:endParaRPr lang="en-US"/>
        </a:p>
      </dgm:t>
    </dgm:pt>
    <dgm:pt modelId="{1EE3FD3B-7C13-4920-B045-FBDAA60206F1}">
      <dgm:prSet/>
      <dgm:spPr/>
      <dgm:t>
        <a:bodyPr/>
        <a:lstStyle/>
        <a:p>
          <a:r>
            <a:rPr lang="en-US" dirty="0"/>
            <a:t>3. Cost-efficient</a:t>
          </a:r>
        </a:p>
      </dgm:t>
    </dgm:pt>
    <dgm:pt modelId="{E646C116-4D3E-49B2-9B2F-961D90708077}" type="parTrans" cxnId="{F283E21F-B296-4A00-B3B1-D40381B43A78}">
      <dgm:prSet/>
      <dgm:spPr/>
      <dgm:t>
        <a:bodyPr/>
        <a:lstStyle/>
        <a:p>
          <a:endParaRPr lang="en-US"/>
        </a:p>
      </dgm:t>
    </dgm:pt>
    <dgm:pt modelId="{B5900AF8-B2F5-4DD8-9B0F-6214B1FEAD70}" type="sibTrans" cxnId="{F283E21F-B296-4A00-B3B1-D40381B43A78}">
      <dgm:prSet/>
      <dgm:spPr/>
      <dgm:t>
        <a:bodyPr/>
        <a:lstStyle/>
        <a:p>
          <a:endParaRPr lang="en-US"/>
        </a:p>
      </dgm:t>
    </dgm:pt>
    <dgm:pt modelId="{BA0E0093-E351-4C40-9E89-D57AE986A34B}">
      <dgm:prSet/>
      <dgm:spPr/>
      <dgm:t>
        <a:bodyPr/>
        <a:lstStyle/>
        <a:p>
          <a:r>
            <a:rPr lang="en-US" dirty="0">
              <a:latin typeface="Calibri Light" panose="020F0302020204030204"/>
            </a:rPr>
            <a:t>4</a:t>
          </a:r>
          <a:r>
            <a:rPr lang="en-US" dirty="0"/>
            <a:t>. Modern Data Analysis</a:t>
          </a:r>
        </a:p>
      </dgm:t>
    </dgm:pt>
    <dgm:pt modelId="{A70144D1-0509-4EAA-A357-FF02255EA0BC}" type="parTrans" cxnId="{8208372F-10A6-42B6-BB4C-1BE96CD58AEE}">
      <dgm:prSet/>
      <dgm:spPr/>
      <dgm:t>
        <a:bodyPr/>
        <a:lstStyle/>
        <a:p>
          <a:endParaRPr lang="en-US"/>
        </a:p>
      </dgm:t>
    </dgm:pt>
    <dgm:pt modelId="{4B6B9DE2-1EE9-4610-BD28-B15A4AE5AA70}" type="sibTrans" cxnId="{8208372F-10A6-42B6-BB4C-1BE96CD58AEE}">
      <dgm:prSet/>
      <dgm:spPr/>
      <dgm:t>
        <a:bodyPr/>
        <a:lstStyle/>
        <a:p>
          <a:endParaRPr lang="en-US"/>
        </a:p>
      </dgm:t>
    </dgm:pt>
    <dgm:pt modelId="{0C1FAFEF-DFC8-4FE1-8F0B-CE268A5EF7E9}">
      <dgm:prSet/>
      <dgm:spPr/>
      <dgm:t>
        <a:bodyPr/>
        <a:lstStyle/>
        <a:p>
          <a:r>
            <a:rPr lang="en-US" dirty="0">
              <a:latin typeface="Calibri Light" panose="020F0302020204030204"/>
            </a:rPr>
            <a:t>5</a:t>
          </a:r>
          <a:r>
            <a:rPr lang="en-US" dirty="0"/>
            <a:t>. Pleasing and accurate data visuals</a:t>
          </a:r>
        </a:p>
      </dgm:t>
    </dgm:pt>
    <dgm:pt modelId="{6ED5751A-30D5-4A0C-9E10-6136536197F0}" type="parTrans" cxnId="{A6844495-2A24-4499-AF40-733988BEECFF}">
      <dgm:prSet/>
      <dgm:spPr/>
      <dgm:t>
        <a:bodyPr/>
        <a:lstStyle/>
        <a:p>
          <a:endParaRPr lang="en-US"/>
        </a:p>
      </dgm:t>
    </dgm:pt>
    <dgm:pt modelId="{F1DE2992-E65F-446B-AE22-64190CDDFA6B}" type="sibTrans" cxnId="{A6844495-2A24-4499-AF40-733988BEECFF}">
      <dgm:prSet/>
      <dgm:spPr/>
      <dgm:t>
        <a:bodyPr/>
        <a:lstStyle/>
        <a:p>
          <a:endParaRPr lang="en-US"/>
        </a:p>
      </dgm:t>
    </dgm:pt>
    <dgm:pt modelId="{97F39188-3204-49C1-8B71-245098A80CE5}">
      <dgm:prSet/>
      <dgm:spPr/>
      <dgm:t>
        <a:bodyPr/>
        <a:lstStyle/>
        <a:p>
          <a:r>
            <a:rPr lang="en-US" dirty="0">
              <a:latin typeface="Calibri Light" panose="020F0302020204030204"/>
            </a:rPr>
            <a:t>6</a:t>
          </a:r>
          <a:r>
            <a:rPr lang="en-US" dirty="0"/>
            <a:t>. Use of Django panel for customer queries database</a:t>
          </a:r>
        </a:p>
      </dgm:t>
    </dgm:pt>
    <dgm:pt modelId="{626B526A-B07C-46B8-8A17-70063450E482}" type="parTrans" cxnId="{E6FE92C0-DFC8-47C5-AB7A-FD9439B5299E}">
      <dgm:prSet/>
      <dgm:spPr/>
      <dgm:t>
        <a:bodyPr/>
        <a:lstStyle/>
        <a:p>
          <a:endParaRPr lang="en-US"/>
        </a:p>
      </dgm:t>
    </dgm:pt>
    <dgm:pt modelId="{43995A05-B73A-4F28-B23C-D46564EFC8CB}" type="sibTrans" cxnId="{E6FE92C0-DFC8-47C5-AB7A-FD9439B5299E}">
      <dgm:prSet/>
      <dgm:spPr/>
      <dgm:t>
        <a:bodyPr/>
        <a:lstStyle/>
        <a:p>
          <a:endParaRPr lang="en-US"/>
        </a:p>
      </dgm:t>
    </dgm:pt>
    <dgm:pt modelId="{02B3B6C4-0632-4389-887E-95B17E827B19}">
      <dgm:prSet/>
      <dgm:spPr/>
      <dgm:t>
        <a:bodyPr/>
        <a:lstStyle/>
        <a:p>
          <a:r>
            <a:rPr lang="en-US" dirty="0">
              <a:latin typeface="Calibri Light" panose="020F0302020204030204"/>
            </a:rPr>
            <a:t>7</a:t>
          </a:r>
          <a:r>
            <a:rPr lang="en-US" dirty="0"/>
            <a:t>. Transparent price prediction mechanism through machine learning.</a:t>
          </a:r>
        </a:p>
      </dgm:t>
    </dgm:pt>
    <dgm:pt modelId="{4F257AC3-DAA9-46C0-AA9A-CB45BE8D6CC7}" type="parTrans" cxnId="{B7C6237B-2F42-4AF1-8EF4-CB4386265CFA}">
      <dgm:prSet/>
      <dgm:spPr/>
      <dgm:t>
        <a:bodyPr/>
        <a:lstStyle/>
        <a:p>
          <a:endParaRPr lang="en-US"/>
        </a:p>
      </dgm:t>
    </dgm:pt>
    <dgm:pt modelId="{C135BFE7-7369-4344-A34A-1189377ECB90}" type="sibTrans" cxnId="{B7C6237B-2F42-4AF1-8EF4-CB4386265CFA}">
      <dgm:prSet/>
      <dgm:spPr/>
      <dgm:t>
        <a:bodyPr/>
        <a:lstStyle/>
        <a:p>
          <a:endParaRPr lang="en-US"/>
        </a:p>
      </dgm:t>
    </dgm:pt>
    <dgm:pt modelId="{4B02CE20-971E-4D67-84F3-47AE5E78B6FA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8</a:t>
          </a:r>
          <a:r>
            <a:rPr lang="en-US" dirty="0"/>
            <a:t>.</a:t>
          </a:r>
          <a:r>
            <a:rPr lang="en-US" dirty="0">
              <a:latin typeface="Calibri Light" panose="020F0302020204030204"/>
            </a:rPr>
            <a:t> chatbot</a:t>
          </a:r>
          <a:r>
            <a:rPr lang="en-US" dirty="0"/>
            <a:t> provides quick overview of car market trends and general queries.</a:t>
          </a:r>
        </a:p>
      </dgm:t>
    </dgm:pt>
    <dgm:pt modelId="{AD14B86F-20F1-49A2-AFF3-898339F94279}" type="parTrans" cxnId="{FEA12EAD-AF53-4D11-ABAE-C7601FFE55C9}">
      <dgm:prSet/>
      <dgm:spPr/>
      <dgm:t>
        <a:bodyPr/>
        <a:lstStyle/>
        <a:p>
          <a:endParaRPr lang="en-US"/>
        </a:p>
      </dgm:t>
    </dgm:pt>
    <dgm:pt modelId="{0024F255-A9F2-410F-BE6F-48B734F3CB69}" type="sibTrans" cxnId="{FEA12EAD-AF53-4D11-ABAE-C7601FFE55C9}">
      <dgm:prSet/>
      <dgm:spPr/>
      <dgm:t>
        <a:bodyPr/>
        <a:lstStyle/>
        <a:p>
          <a:endParaRPr lang="en-US"/>
        </a:p>
      </dgm:t>
    </dgm:pt>
    <dgm:pt modelId="{3013C876-E380-4D7C-B07E-477C81B9B7C0}" type="pres">
      <dgm:prSet presAssocID="{9244297D-68C9-4692-B9C8-C9120CF9DA82}" presName="vert0" presStyleCnt="0">
        <dgm:presLayoutVars>
          <dgm:dir/>
          <dgm:animOne val="branch"/>
          <dgm:animLvl val="lvl"/>
        </dgm:presLayoutVars>
      </dgm:prSet>
      <dgm:spPr/>
    </dgm:pt>
    <dgm:pt modelId="{C59F4F20-50F7-4880-A523-04F6F7B6B71D}" type="pres">
      <dgm:prSet presAssocID="{E48F39C3-B836-4E4F-99AC-834D4EABD432}" presName="thickLine" presStyleLbl="alignNode1" presStyleIdx="0" presStyleCnt="8"/>
      <dgm:spPr/>
    </dgm:pt>
    <dgm:pt modelId="{6A72DB0E-75E9-426D-A108-5505C04FAC3B}" type="pres">
      <dgm:prSet presAssocID="{E48F39C3-B836-4E4F-99AC-834D4EABD432}" presName="horz1" presStyleCnt="0"/>
      <dgm:spPr/>
    </dgm:pt>
    <dgm:pt modelId="{85407ACA-A835-48C7-ACFB-767CF21C4D65}" type="pres">
      <dgm:prSet presAssocID="{E48F39C3-B836-4E4F-99AC-834D4EABD432}" presName="tx1" presStyleLbl="revTx" presStyleIdx="0" presStyleCnt="8"/>
      <dgm:spPr/>
    </dgm:pt>
    <dgm:pt modelId="{1DE5D7FD-2ACA-4024-B9CE-640438B1DBA8}" type="pres">
      <dgm:prSet presAssocID="{E48F39C3-B836-4E4F-99AC-834D4EABD432}" presName="vert1" presStyleCnt="0"/>
      <dgm:spPr/>
    </dgm:pt>
    <dgm:pt modelId="{9A115F42-4E17-457D-9502-9234F73AED5C}" type="pres">
      <dgm:prSet presAssocID="{6268207B-D647-4922-9BF3-105E4760135C}" presName="thickLine" presStyleLbl="alignNode1" presStyleIdx="1" presStyleCnt="8"/>
      <dgm:spPr/>
    </dgm:pt>
    <dgm:pt modelId="{12835659-71F0-4605-9CF6-9454D2512192}" type="pres">
      <dgm:prSet presAssocID="{6268207B-D647-4922-9BF3-105E4760135C}" presName="horz1" presStyleCnt="0"/>
      <dgm:spPr/>
    </dgm:pt>
    <dgm:pt modelId="{E5ED9DBD-C477-4B3C-8222-CE6EFA8DC59B}" type="pres">
      <dgm:prSet presAssocID="{6268207B-D647-4922-9BF3-105E4760135C}" presName="tx1" presStyleLbl="revTx" presStyleIdx="1" presStyleCnt="8"/>
      <dgm:spPr/>
    </dgm:pt>
    <dgm:pt modelId="{4FD5DF42-E873-4EC3-B389-867D6262B1B7}" type="pres">
      <dgm:prSet presAssocID="{6268207B-D647-4922-9BF3-105E4760135C}" presName="vert1" presStyleCnt="0"/>
      <dgm:spPr/>
    </dgm:pt>
    <dgm:pt modelId="{6BE07836-26A6-4682-A189-5346F0A4B297}" type="pres">
      <dgm:prSet presAssocID="{1EE3FD3B-7C13-4920-B045-FBDAA60206F1}" presName="thickLine" presStyleLbl="alignNode1" presStyleIdx="2" presStyleCnt="8"/>
      <dgm:spPr/>
    </dgm:pt>
    <dgm:pt modelId="{0B1804AA-618C-479F-A3FF-C1D6017A1FA8}" type="pres">
      <dgm:prSet presAssocID="{1EE3FD3B-7C13-4920-B045-FBDAA60206F1}" presName="horz1" presStyleCnt="0"/>
      <dgm:spPr/>
    </dgm:pt>
    <dgm:pt modelId="{2DD4ECFD-CCF9-4932-AD80-8FD6A58FB79D}" type="pres">
      <dgm:prSet presAssocID="{1EE3FD3B-7C13-4920-B045-FBDAA60206F1}" presName="tx1" presStyleLbl="revTx" presStyleIdx="2" presStyleCnt="8"/>
      <dgm:spPr/>
    </dgm:pt>
    <dgm:pt modelId="{3483D8DA-A7A3-41C6-B9E4-75257CAA4DAC}" type="pres">
      <dgm:prSet presAssocID="{1EE3FD3B-7C13-4920-B045-FBDAA60206F1}" presName="vert1" presStyleCnt="0"/>
      <dgm:spPr/>
    </dgm:pt>
    <dgm:pt modelId="{60FDD9A8-99D9-46A1-A77B-3E332338D8D1}" type="pres">
      <dgm:prSet presAssocID="{BA0E0093-E351-4C40-9E89-D57AE986A34B}" presName="thickLine" presStyleLbl="alignNode1" presStyleIdx="3" presStyleCnt="8"/>
      <dgm:spPr/>
    </dgm:pt>
    <dgm:pt modelId="{644A4D27-CC10-49B1-82A6-813C815DCBFB}" type="pres">
      <dgm:prSet presAssocID="{BA0E0093-E351-4C40-9E89-D57AE986A34B}" presName="horz1" presStyleCnt="0"/>
      <dgm:spPr/>
    </dgm:pt>
    <dgm:pt modelId="{83C44569-ACE9-4657-B07A-9D958A6439F0}" type="pres">
      <dgm:prSet presAssocID="{BA0E0093-E351-4C40-9E89-D57AE986A34B}" presName="tx1" presStyleLbl="revTx" presStyleIdx="3" presStyleCnt="8"/>
      <dgm:spPr/>
    </dgm:pt>
    <dgm:pt modelId="{6509F99B-F0CA-4326-BF2E-284ADD2181F1}" type="pres">
      <dgm:prSet presAssocID="{BA0E0093-E351-4C40-9E89-D57AE986A34B}" presName="vert1" presStyleCnt="0"/>
      <dgm:spPr/>
    </dgm:pt>
    <dgm:pt modelId="{C2C21EDC-DF7A-4D16-B797-35DFAB48A131}" type="pres">
      <dgm:prSet presAssocID="{0C1FAFEF-DFC8-4FE1-8F0B-CE268A5EF7E9}" presName="thickLine" presStyleLbl="alignNode1" presStyleIdx="4" presStyleCnt="8"/>
      <dgm:spPr/>
    </dgm:pt>
    <dgm:pt modelId="{6D1EBA1C-552A-42CC-938C-65553383B322}" type="pres">
      <dgm:prSet presAssocID="{0C1FAFEF-DFC8-4FE1-8F0B-CE268A5EF7E9}" presName="horz1" presStyleCnt="0"/>
      <dgm:spPr/>
    </dgm:pt>
    <dgm:pt modelId="{0D4BA959-329E-4DEB-AA38-F1EA013C7F91}" type="pres">
      <dgm:prSet presAssocID="{0C1FAFEF-DFC8-4FE1-8F0B-CE268A5EF7E9}" presName="tx1" presStyleLbl="revTx" presStyleIdx="4" presStyleCnt="8"/>
      <dgm:spPr/>
    </dgm:pt>
    <dgm:pt modelId="{A93A0137-5101-4705-830A-AE9275197007}" type="pres">
      <dgm:prSet presAssocID="{0C1FAFEF-DFC8-4FE1-8F0B-CE268A5EF7E9}" presName="vert1" presStyleCnt="0"/>
      <dgm:spPr/>
    </dgm:pt>
    <dgm:pt modelId="{0FD1D74E-2C2C-4468-9DDB-523F547320CB}" type="pres">
      <dgm:prSet presAssocID="{97F39188-3204-49C1-8B71-245098A80CE5}" presName="thickLine" presStyleLbl="alignNode1" presStyleIdx="5" presStyleCnt="8"/>
      <dgm:spPr/>
    </dgm:pt>
    <dgm:pt modelId="{39598F99-3E01-4D5C-81B2-93455191D003}" type="pres">
      <dgm:prSet presAssocID="{97F39188-3204-49C1-8B71-245098A80CE5}" presName="horz1" presStyleCnt="0"/>
      <dgm:spPr/>
    </dgm:pt>
    <dgm:pt modelId="{C81D44E0-CD98-41C0-B8A4-016DF6234DA7}" type="pres">
      <dgm:prSet presAssocID="{97F39188-3204-49C1-8B71-245098A80CE5}" presName="tx1" presStyleLbl="revTx" presStyleIdx="5" presStyleCnt="8"/>
      <dgm:spPr/>
    </dgm:pt>
    <dgm:pt modelId="{7824EE5A-6A72-4474-A7B0-8F6E50F6EC81}" type="pres">
      <dgm:prSet presAssocID="{97F39188-3204-49C1-8B71-245098A80CE5}" presName="vert1" presStyleCnt="0"/>
      <dgm:spPr/>
    </dgm:pt>
    <dgm:pt modelId="{8898A21C-63B3-4926-B8DD-69EF6BD670D2}" type="pres">
      <dgm:prSet presAssocID="{02B3B6C4-0632-4389-887E-95B17E827B19}" presName="thickLine" presStyleLbl="alignNode1" presStyleIdx="6" presStyleCnt="8"/>
      <dgm:spPr/>
    </dgm:pt>
    <dgm:pt modelId="{BB3F762E-8858-4376-9900-49673B2FAE22}" type="pres">
      <dgm:prSet presAssocID="{02B3B6C4-0632-4389-887E-95B17E827B19}" presName="horz1" presStyleCnt="0"/>
      <dgm:spPr/>
    </dgm:pt>
    <dgm:pt modelId="{4F4F11BA-BDE7-422E-BC71-23266AC6978A}" type="pres">
      <dgm:prSet presAssocID="{02B3B6C4-0632-4389-887E-95B17E827B19}" presName="tx1" presStyleLbl="revTx" presStyleIdx="6" presStyleCnt="8"/>
      <dgm:spPr/>
    </dgm:pt>
    <dgm:pt modelId="{B49361A7-EF70-47C6-94CB-78B269C5FAD2}" type="pres">
      <dgm:prSet presAssocID="{02B3B6C4-0632-4389-887E-95B17E827B19}" presName="vert1" presStyleCnt="0"/>
      <dgm:spPr/>
    </dgm:pt>
    <dgm:pt modelId="{FD32D423-103D-4ED4-9007-14B99B1A19F6}" type="pres">
      <dgm:prSet presAssocID="{4B02CE20-971E-4D67-84F3-47AE5E78B6FA}" presName="thickLine" presStyleLbl="alignNode1" presStyleIdx="7" presStyleCnt="8"/>
      <dgm:spPr/>
    </dgm:pt>
    <dgm:pt modelId="{9B9DC32B-E474-4A73-9946-4CAE96953403}" type="pres">
      <dgm:prSet presAssocID="{4B02CE20-971E-4D67-84F3-47AE5E78B6FA}" presName="horz1" presStyleCnt="0"/>
      <dgm:spPr/>
    </dgm:pt>
    <dgm:pt modelId="{65D06BD3-F915-4E2E-9FE2-954456BC8FC2}" type="pres">
      <dgm:prSet presAssocID="{4B02CE20-971E-4D67-84F3-47AE5E78B6FA}" presName="tx1" presStyleLbl="revTx" presStyleIdx="7" presStyleCnt="8"/>
      <dgm:spPr/>
    </dgm:pt>
    <dgm:pt modelId="{FFEAE81E-A351-46F6-B94E-70AF45A16A20}" type="pres">
      <dgm:prSet presAssocID="{4B02CE20-971E-4D67-84F3-47AE5E78B6FA}" presName="vert1" presStyleCnt="0"/>
      <dgm:spPr/>
    </dgm:pt>
  </dgm:ptLst>
  <dgm:cxnLst>
    <dgm:cxn modelId="{9D3AF502-B78E-4805-994E-BC69CEAFC766}" srcId="{9244297D-68C9-4692-B9C8-C9120CF9DA82}" destId="{6268207B-D647-4922-9BF3-105E4760135C}" srcOrd="1" destOrd="0" parTransId="{6F166934-5878-45EA-B69F-118A541FA0E1}" sibTransId="{A0A89210-25AE-43F7-B943-902D7E2E44A8}"/>
    <dgm:cxn modelId="{F283E21F-B296-4A00-B3B1-D40381B43A78}" srcId="{9244297D-68C9-4692-B9C8-C9120CF9DA82}" destId="{1EE3FD3B-7C13-4920-B045-FBDAA60206F1}" srcOrd="2" destOrd="0" parTransId="{E646C116-4D3E-49B2-9B2F-961D90708077}" sibTransId="{B5900AF8-B2F5-4DD8-9B0F-6214B1FEAD70}"/>
    <dgm:cxn modelId="{EC888620-D4E7-46D8-8B7F-4E3F53332665}" type="presOf" srcId="{9244297D-68C9-4692-B9C8-C9120CF9DA82}" destId="{3013C876-E380-4D7C-B07E-477C81B9B7C0}" srcOrd="0" destOrd="0" presId="urn:microsoft.com/office/officeart/2008/layout/LinedList"/>
    <dgm:cxn modelId="{8208372F-10A6-42B6-BB4C-1BE96CD58AEE}" srcId="{9244297D-68C9-4692-B9C8-C9120CF9DA82}" destId="{BA0E0093-E351-4C40-9E89-D57AE986A34B}" srcOrd="3" destOrd="0" parTransId="{A70144D1-0509-4EAA-A357-FF02255EA0BC}" sibTransId="{4B6B9DE2-1EE9-4610-BD28-B15A4AE5AA70}"/>
    <dgm:cxn modelId="{E52C8132-2147-43E8-8B1A-448795DB0F9A}" type="presOf" srcId="{02B3B6C4-0632-4389-887E-95B17E827B19}" destId="{4F4F11BA-BDE7-422E-BC71-23266AC6978A}" srcOrd="0" destOrd="0" presId="urn:microsoft.com/office/officeart/2008/layout/LinedList"/>
    <dgm:cxn modelId="{3A34B15B-B47D-45D8-B2E0-533EE9AF5357}" type="presOf" srcId="{6268207B-D647-4922-9BF3-105E4760135C}" destId="{E5ED9DBD-C477-4B3C-8222-CE6EFA8DC59B}" srcOrd="0" destOrd="0" presId="urn:microsoft.com/office/officeart/2008/layout/LinedList"/>
    <dgm:cxn modelId="{DA0C085F-BC0A-4D4E-829E-4FD26638EA23}" srcId="{9244297D-68C9-4692-B9C8-C9120CF9DA82}" destId="{E48F39C3-B836-4E4F-99AC-834D4EABD432}" srcOrd="0" destOrd="0" parTransId="{3BA93EFF-EEB1-4242-8548-A57FDCDAEBE1}" sibTransId="{217F4E4C-E4B1-4ED8-8B15-7C033D56DB3F}"/>
    <dgm:cxn modelId="{6BB0BD4C-59EE-4C74-B4FC-88AB69397EF2}" type="presOf" srcId="{BA0E0093-E351-4C40-9E89-D57AE986A34B}" destId="{83C44569-ACE9-4657-B07A-9D958A6439F0}" srcOrd="0" destOrd="0" presId="urn:microsoft.com/office/officeart/2008/layout/LinedList"/>
    <dgm:cxn modelId="{B7C6237B-2F42-4AF1-8EF4-CB4386265CFA}" srcId="{9244297D-68C9-4692-B9C8-C9120CF9DA82}" destId="{02B3B6C4-0632-4389-887E-95B17E827B19}" srcOrd="6" destOrd="0" parTransId="{4F257AC3-DAA9-46C0-AA9A-CB45BE8D6CC7}" sibTransId="{C135BFE7-7369-4344-A34A-1189377ECB90}"/>
    <dgm:cxn modelId="{A6844495-2A24-4499-AF40-733988BEECFF}" srcId="{9244297D-68C9-4692-B9C8-C9120CF9DA82}" destId="{0C1FAFEF-DFC8-4FE1-8F0B-CE268A5EF7E9}" srcOrd="4" destOrd="0" parTransId="{6ED5751A-30D5-4A0C-9E10-6136536197F0}" sibTransId="{F1DE2992-E65F-446B-AE22-64190CDDFA6B}"/>
    <dgm:cxn modelId="{FEA12EAD-AF53-4D11-ABAE-C7601FFE55C9}" srcId="{9244297D-68C9-4692-B9C8-C9120CF9DA82}" destId="{4B02CE20-971E-4D67-84F3-47AE5E78B6FA}" srcOrd="7" destOrd="0" parTransId="{AD14B86F-20F1-49A2-AFF3-898339F94279}" sibTransId="{0024F255-A9F2-410F-BE6F-48B734F3CB69}"/>
    <dgm:cxn modelId="{4D4354BC-B5C8-464A-91DB-4F3140AA2308}" type="presOf" srcId="{4B02CE20-971E-4D67-84F3-47AE5E78B6FA}" destId="{65D06BD3-F915-4E2E-9FE2-954456BC8FC2}" srcOrd="0" destOrd="0" presId="urn:microsoft.com/office/officeart/2008/layout/LinedList"/>
    <dgm:cxn modelId="{E6FE92C0-DFC8-47C5-AB7A-FD9439B5299E}" srcId="{9244297D-68C9-4692-B9C8-C9120CF9DA82}" destId="{97F39188-3204-49C1-8B71-245098A80CE5}" srcOrd="5" destOrd="0" parTransId="{626B526A-B07C-46B8-8A17-70063450E482}" sibTransId="{43995A05-B73A-4F28-B23C-D46564EFC8CB}"/>
    <dgm:cxn modelId="{637929C3-E202-495C-8912-415262B6E1F6}" type="presOf" srcId="{97F39188-3204-49C1-8B71-245098A80CE5}" destId="{C81D44E0-CD98-41C0-B8A4-016DF6234DA7}" srcOrd="0" destOrd="0" presId="urn:microsoft.com/office/officeart/2008/layout/LinedList"/>
    <dgm:cxn modelId="{821AEEC3-E175-400F-8A40-6CFB3219E88C}" type="presOf" srcId="{0C1FAFEF-DFC8-4FE1-8F0B-CE268A5EF7E9}" destId="{0D4BA959-329E-4DEB-AA38-F1EA013C7F91}" srcOrd="0" destOrd="0" presId="urn:microsoft.com/office/officeart/2008/layout/LinedList"/>
    <dgm:cxn modelId="{12B519CF-B56F-4873-B4A8-EC292D976EFE}" type="presOf" srcId="{E48F39C3-B836-4E4F-99AC-834D4EABD432}" destId="{85407ACA-A835-48C7-ACFB-767CF21C4D65}" srcOrd="0" destOrd="0" presId="urn:microsoft.com/office/officeart/2008/layout/LinedList"/>
    <dgm:cxn modelId="{234481DD-48F2-46B3-9AB2-018EFF0B1FFD}" type="presOf" srcId="{1EE3FD3B-7C13-4920-B045-FBDAA60206F1}" destId="{2DD4ECFD-CCF9-4932-AD80-8FD6A58FB79D}" srcOrd="0" destOrd="0" presId="urn:microsoft.com/office/officeart/2008/layout/LinedList"/>
    <dgm:cxn modelId="{BC83C3CB-3FC2-497A-91F0-10F1CB279B25}" type="presParOf" srcId="{3013C876-E380-4D7C-B07E-477C81B9B7C0}" destId="{C59F4F20-50F7-4880-A523-04F6F7B6B71D}" srcOrd="0" destOrd="0" presId="urn:microsoft.com/office/officeart/2008/layout/LinedList"/>
    <dgm:cxn modelId="{1FEA5ABB-C720-4FA3-A2BE-E16257DDD431}" type="presParOf" srcId="{3013C876-E380-4D7C-B07E-477C81B9B7C0}" destId="{6A72DB0E-75E9-426D-A108-5505C04FAC3B}" srcOrd="1" destOrd="0" presId="urn:microsoft.com/office/officeart/2008/layout/LinedList"/>
    <dgm:cxn modelId="{5932C5B1-847A-4762-87EE-6FC66B50CC25}" type="presParOf" srcId="{6A72DB0E-75E9-426D-A108-5505C04FAC3B}" destId="{85407ACA-A835-48C7-ACFB-767CF21C4D65}" srcOrd="0" destOrd="0" presId="urn:microsoft.com/office/officeart/2008/layout/LinedList"/>
    <dgm:cxn modelId="{2FDB2C1D-2E20-4CBD-BAFB-CC1FD9B6081F}" type="presParOf" srcId="{6A72DB0E-75E9-426D-A108-5505C04FAC3B}" destId="{1DE5D7FD-2ACA-4024-B9CE-640438B1DBA8}" srcOrd="1" destOrd="0" presId="urn:microsoft.com/office/officeart/2008/layout/LinedList"/>
    <dgm:cxn modelId="{C8D4C705-00DB-43C2-9811-047BAEE747F5}" type="presParOf" srcId="{3013C876-E380-4D7C-B07E-477C81B9B7C0}" destId="{9A115F42-4E17-457D-9502-9234F73AED5C}" srcOrd="2" destOrd="0" presId="urn:microsoft.com/office/officeart/2008/layout/LinedList"/>
    <dgm:cxn modelId="{AC431BED-74BB-423B-866D-E0784FD26665}" type="presParOf" srcId="{3013C876-E380-4D7C-B07E-477C81B9B7C0}" destId="{12835659-71F0-4605-9CF6-9454D2512192}" srcOrd="3" destOrd="0" presId="urn:microsoft.com/office/officeart/2008/layout/LinedList"/>
    <dgm:cxn modelId="{3FE892D1-BAA8-47ED-A3FF-CAEE5CC642A0}" type="presParOf" srcId="{12835659-71F0-4605-9CF6-9454D2512192}" destId="{E5ED9DBD-C477-4B3C-8222-CE6EFA8DC59B}" srcOrd="0" destOrd="0" presId="urn:microsoft.com/office/officeart/2008/layout/LinedList"/>
    <dgm:cxn modelId="{7CF668C9-E4C0-4C94-A9E0-86665D76E752}" type="presParOf" srcId="{12835659-71F0-4605-9CF6-9454D2512192}" destId="{4FD5DF42-E873-4EC3-B389-867D6262B1B7}" srcOrd="1" destOrd="0" presId="urn:microsoft.com/office/officeart/2008/layout/LinedList"/>
    <dgm:cxn modelId="{110E8953-AB55-4251-A6F1-C3B0591F58A8}" type="presParOf" srcId="{3013C876-E380-4D7C-B07E-477C81B9B7C0}" destId="{6BE07836-26A6-4682-A189-5346F0A4B297}" srcOrd="4" destOrd="0" presId="urn:microsoft.com/office/officeart/2008/layout/LinedList"/>
    <dgm:cxn modelId="{6EA1492E-D2D3-4709-B065-C54D9929A380}" type="presParOf" srcId="{3013C876-E380-4D7C-B07E-477C81B9B7C0}" destId="{0B1804AA-618C-479F-A3FF-C1D6017A1FA8}" srcOrd="5" destOrd="0" presId="urn:microsoft.com/office/officeart/2008/layout/LinedList"/>
    <dgm:cxn modelId="{1DFDE4E3-A436-486D-B3D8-A4BD2C914B2A}" type="presParOf" srcId="{0B1804AA-618C-479F-A3FF-C1D6017A1FA8}" destId="{2DD4ECFD-CCF9-4932-AD80-8FD6A58FB79D}" srcOrd="0" destOrd="0" presId="urn:microsoft.com/office/officeart/2008/layout/LinedList"/>
    <dgm:cxn modelId="{A7EE5C4D-29DE-4BDC-B485-5B2C38C14F58}" type="presParOf" srcId="{0B1804AA-618C-479F-A3FF-C1D6017A1FA8}" destId="{3483D8DA-A7A3-41C6-B9E4-75257CAA4DAC}" srcOrd="1" destOrd="0" presId="urn:microsoft.com/office/officeart/2008/layout/LinedList"/>
    <dgm:cxn modelId="{FFC33912-6AD9-47BD-99A6-96EC429208B2}" type="presParOf" srcId="{3013C876-E380-4D7C-B07E-477C81B9B7C0}" destId="{60FDD9A8-99D9-46A1-A77B-3E332338D8D1}" srcOrd="6" destOrd="0" presId="urn:microsoft.com/office/officeart/2008/layout/LinedList"/>
    <dgm:cxn modelId="{F3D9A5D8-5B90-48EE-BB2A-E278D4548C54}" type="presParOf" srcId="{3013C876-E380-4D7C-B07E-477C81B9B7C0}" destId="{644A4D27-CC10-49B1-82A6-813C815DCBFB}" srcOrd="7" destOrd="0" presId="urn:microsoft.com/office/officeart/2008/layout/LinedList"/>
    <dgm:cxn modelId="{4C546617-C293-402E-9D12-E31D30D3DB5F}" type="presParOf" srcId="{644A4D27-CC10-49B1-82A6-813C815DCBFB}" destId="{83C44569-ACE9-4657-B07A-9D958A6439F0}" srcOrd="0" destOrd="0" presId="urn:microsoft.com/office/officeart/2008/layout/LinedList"/>
    <dgm:cxn modelId="{C7DF9C80-4769-45C8-A4B4-FF1F2255A7F7}" type="presParOf" srcId="{644A4D27-CC10-49B1-82A6-813C815DCBFB}" destId="{6509F99B-F0CA-4326-BF2E-284ADD2181F1}" srcOrd="1" destOrd="0" presId="urn:microsoft.com/office/officeart/2008/layout/LinedList"/>
    <dgm:cxn modelId="{B591A9AA-3C87-4905-918A-735C88B8F590}" type="presParOf" srcId="{3013C876-E380-4D7C-B07E-477C81B9B7C0}" destId="{C2C21EDC-DF7A-4D16-B797-35DFAB48A131}" srcOrd="8" destOrd="0" presId="urn:microsoft.com/office/officeart/2008/layout/LinedList"/>
    <dgm:cxn modelId="{802F467F-4F37-4B04-B0A6-7D9BBD9503D9}" type="presParOf" srcId="{3013C876-E380-4D7C-B07E-477C81B9B7C0}" destId="{6D1EBA1C-552A-42CC-938C-65553383B322}" srcOrd="9" destOrd="0" presId="urn:microsoft.com/office/officeart/2008/layout/LinedList"/>
    <dgm:cxn modelId="{BE431A50-077D-4246-A3D9-383D4737D2F9}" type="presParOf" srcId="{6D1EBA1C-552A-42CC-938C-65553383B322}" destId="{0D4BA959-329E-4DEB-AA38-F1EA013C7F91}" srcOrd="0" destOrd="0" presId="urn:microsoft.com/office/officeart/2008/layout/LinedList"/>
    <dgm:cxn modelId="{3BD09EA8-5FE1-4404-826B-49FD49BF9DA5}" type="presParOf" srcId="{6D1EBA1C-552A-42CC-938C-65553383B322}" destId="{A93A0137-5101-4705-830A-AE9275197007}" srcOrd="1" destOrd="0" presId="urn:microsoft.com/office/officeart/2008/layout/LinedList"/>
    <dgm:cxn modelId="{7C8CF15F-0F7B-40F9-A53B-5BB54C55EC91}" type="presParOf" srcId="{3013C876-E380-4D7C-B07E-477C81B9B7C0}" destId="{0FD1D74E-2C2C-4468-9DDB-523F547320CB}" srcOrd="10" destOrd="0" presId="urn:microsoft.com/office/officeart/2008/layout/LinedList"/>
    <dgm:cxn modelId="{8F026B66-4299-4EBB-996C-64A2D5A1768E}" type="presParOf" srcId="{3013C876-E380-4D7C-B07E-477C81B9B7C0}" destId="{39598F99-3E01-4D5C-81B2-93455191D003}" srcOrd="11" destOrd="0" presId="urn:microsoft.com/office/officeart/2008/layout/LinedList"/>
    <dgm:cxn modelId="{3D9A9FBF-0BE7-4139-B0E7-C9EE430F865D}" type="presParOf" srcId="{39598F99-3E01-4D5C-81B2-93455191D003}" destId="{C81D44E0-CD98-41C0-B8A4-016DF6234DA7}" srcOrd="0" destOrd="0" presId="urn:microsoft.com/office/officeart/2008/layout/LinedList"/>
    <dgm:cxn modelId="{A2E1B6A0-7616-45B6-9779-92817EE78428}" type="presParOf" srcId="{39598F99-3E01-4D5C-81B2-93455191D003}" destId="{7824EE5A-6A72-4474-A7B0-8F6E50F6EC81}" srcOrd="1" destOrd="0" presId="urn:microsoft.com/office/officeart/2008/layout/LinedList"/>
    <dgm:cxn modelId="{4A7B5A5C-6BA7-41AB-9EA1-3F5E6F25939C}" type="presParOf" srcId="{3013C876-E380-4D7C-B07E-477C81B9B7C0}" destId="{8898A21C-63B3-4926-B8DD-69EF6BD670D2}" srcOrd="12" destOrd="0" presId="urn:microsoft.com/office/officeart/2008/layout/LinedList"/>
    <dgm:cxn modelId="{49722645-4629-48DE-9A98-386E1B3D2584}" type="presParOf" srcId="{3013C876-E380-4D7C-B07E-477C81B9B7C0}" destId="{BB3F762E-8858-4376-9900-49673B2FAE22}" srcOrd="13" destOrd="0" presId="urn:microsoft.com/office/officeart/2008/layout/LinedList"/>
    <dgm:cxn modelId="{702CEFE3-85C0-4F5B-8CE8-84E659668DC2}" type="presParOf" srcId="{BB3F762E-8858-4376-9900-49673B2FAE22}" destId="{4F4F11BA-BDE7-422E-BC71-23266AC6978A}" srcOrd="0" destOrd="0" presId="urn:microsoft.com/office/officeart/2008/layout/LinedList"/>
    <dgm:cxn modelId="{56C09C59-9F5B-477C-9529-86B76476C92B}" type="presParOf" srcId="{BB3F762E-8858-4376-9900-49673B2FAE22}" destId="{B49361A7-EF70-47C6-94CB-78B269C5FAD2}" srcOrd="1" destOrd="0" presId="urn:microsoft.com/office/officeart/2008/layout/LinedList"/>
    <dgm:cxn modelId="{32B1558F-6D92-4729-B8F4-16CEF9C68351}" type="presParOf" srcId="{3013C876-E380-4D7C-B07E-477C81B9B7C0}" destId="{FD32D423-103D-4ED4-9007-14B99B1A19F6}" srcOrd="14" destOrd="0" presId="urn:microsoft.com/office/officeart/2008/layout/LinedList"/>
    <dgm:cxn modelId="{B275C715-F3EC-4D05-B6D6-A3E503952DDE}" type="presParOf" srcId="{3013C876-E380-4D7C-B07E-477C81B9B7C0}" destId="{9B9DC32B-E474-4A73-9946-4CAE96953403}" srcOrd="15" destOrd="0" presId="urn:microsoft.com/office/officeart/2008/layout/LinedList"/>
    <dgm:cxn modelId="{1E55B839-8B7E-45B0-832A-3A76DF1241EF}" type="presParOf" srcId="{9B9DC32B-E474-4A73-9946-4CAE96953403}" destId="{65D06BD3-F915-4E2E-9FE2-954456BC8FC2}" srcOrd="0" destOrd="0" presId="urn:microsoft.com/office/officeart/2008/layout/LinedList"/>
    <dgm:cxn modelId="{89A8017F-197B-440E-8BBC-C741FD6987F8}" type="presParOf" srcId="{9B9DC32B-E474-4A73-9946-4CAE96953403}" destId="{FFEAE81E-A351-46F6-B94E-70AF45A16A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BE4F09-1CA3-4267-A39D-D43FE64C187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F9D0313-5AFC-419A-92D7-80A538D0FE7B}">
      <dgm:prSet/>
      <dgm:spPr/>
      <dgm:t>
        <a:bodyPr/>
        <a:lstStyle/>
        <a:p>
          <a:r>
            <a:rPr lang="en-US"/>
            <a:t>1. Top brands and the car in featured section. These are the static part of the website.</a:t>
          </a:r>
        </a:p>
      </dgm:t>
    </dgm:pt>
    <dgm:pt modelId="{B15802A3-69E0-4A6E-952A-FDE548336DF0}" type="parTrans" cxnId="{606879F5-CDF4-48F7-AE41-2B0F95280DE2}">
      <dgm:prSet/>
      <dgm:spPr/>
      <dgm:t>
        <a:bodyPr/>
        <a:lstStyle/>
        <a:p>
          <a:endParaRPr lang="en-US"/>
        </a:p>
      </dgm:t>
    </dgm:pt>
    <dgm:pt modelId="{2C4E5849-7EC5-4265-9CDE-70DB51B8DB89}" type="sibTrans" cxnId="{606879F5-CDF4-48F7-AE41-2B0F95280DE2}">
      <dgm:prSet/>
      <dgm:spPr/>
      <dgm:t>
        <a:bodyPr/>
        <a:lstStyle/>
        <a:p>
          <a:endParaRPr lang="en-US"/>
        </a:p>
      </dgm:t>
    </dgm:pt>
    <dgm:pt modelId="{0FC47B7B-F822-4D96-B4E2-D541527C8C51}">
      <dgm:prSet/>
      <dgm:spPr/>
      <dgm:t>
        <a:bodyPr/>
        <a:lstStyle/>
        <a:p>
          <a:r>
            <a:rPr lang="en-US"/>
            <a:t>2.We  will try to make these sections dynamic and improve the website further.</a:t>
          </a:r>
        </a:p>
      </dgm:t>
    </dgm:pt>
    <dgm:pt modelId="{99A25A44-DA80-4E0B-87E8-EC4DC88F0D2A}" type="parTrans" cxnId="{97D4C640-357C-4EF7-A3BF-D051DE450361}">
      <dgm:prSet/>
      <dgm:spPr/>
      <dgm:t>
        <a:bodyPr/>
        <a:lstStyle/>
        <a:p>
          <a:endParaRPr lang="en-US"/>
        </a:p>
      </dgm:t>
    </dgm:pt>
    <dgm:pt modelId="{4B1AA0AE-1197-4F7F-B87A-62F53DB918F6}" type="sibTrans" cxnId="{97D4C640-357C-4EF7-A3BF-D051DE450361}">
      <dgm:prSet/>
      <dgm:spPr/>
      <dgm:t>
        <a:bodyPr/>
        <a:lstStyle/>
        <a:p>
          <a:endParaRPr lang="en-US"/>
        </a:p>
      </dgm:t>
    </dgm:pt>
    <dgm:pt modelId="{DF38F188-8DBB-47A8-92FD-3DAFDE2919DB}">
      <dgm:prSet/>
      <dgm:spPr/>
      <dgm:t>
        <a:bodyPr/>
        <a:lstStyle/>
        <a:p>
          <a:r>
            <a:rPr lang="en-US"/>
            <a:t>3. For now only 8 questions are added to the website as it is a prototype.</a:t>
          </a:r>
        </a:p>
      </dgm:t>
    </dgm:pt>
    <dgm:pt modelId="{715B91BB-9106-4C6C-9E01-7E33BF851D2E}" type="parTrans" cxnId="{8A9BD902-FC7B-405C-9618-BE22C93B856A}">
      <dgm:prSet/>
      <dgm:spPr/>
      <dgm:t>
        <a:bodyPr/>
        <a:lstStyle/>
        <a:p>
          <a:endParaRPr lang="en-US"/>
        </a:p>
      </dgm:t>
    </dgm:pt>
    <dgm:pt modelId="{F22F80CC-21AD-46D6-AF12-2D296CBCBCA8}" type="sibTrans" cxnId="{8A9BD902-FC7B-405C-9618-BE22C93B856A}">
      <dgm:prSet/>
      <dgm:spPr/>
      <dgm:t>
        <a:bodyPr/>
        <a:lstStyle/>
        <a:p>
          <a:endParaRPr lang="en-US"/>
        </a:p>
      </dgm:t>
    </dgm:pt>
    <dgm:pt modelId="{9A1E30BF-2FC2-4E73-A99A-80BA5396FFD7}">
      <dgm:prSet/>
      <dgm:spPr/>
      <dgm:t>
        <a:bodyPr/>
        <a:lstStyle/>
        <a:p>
          <a:r>
            <a:rPr lang="en-US"/>
            <a:t>4. We will try to add more frequently asked questions on the website.</a:t>
          </a:r>
        </a:p>
      </dgm:t>
    </dgm:pt>
    <dgm:pt modelId="{AD42DDC1-E550-46A8-9249-94E360624A67}" type="parTrans" cxnId="{712752D2-0912-4FA9-9A15-877904BAE3F5}">
      <dgm:prSet/>
      <dgm:spPr/>
      <dgm:t>
        <a:bodyPr/>
        <a:lstStyle/>
        <a:p>
          <a:endParaRPr lang="en-US"/>
        </a:p>
      </dgm:t>
    </dgm:pt>
    <dgm:pt modelId="{4EC1BB4E-4045-4827-9E93-04ABE0425CB0}" type="sibTrans" cxnId="{712752D2-0912-4FA9-9A15-877904BAE3F5}">
      <dgm:prSet/>
      <dgm:spPr/>
      <dgm:t>
        <a:bodyPr/>
        <a:lstStyle/>
        <a:p>
          <a:endParaRPr lang="en-US"/>
        </a:p>
      </dgm:t>
    </dgm:pt>
    <dgm:pt modelId="{C7564D8F-DACB-430B-8A27-BA43C1EDB8FD}" type="pres">
      <dgm:prSet presAssocID="{59BE4F09-1CA3-4267-A39D-D43FE64C187F}" presName="outerComposite" presStyleCnt="0">
        <dgm:presLayoutVars>
          <dgm:chMax val="5"/>
          <dgm:dir/>
          <dgm:resizeHandles val="exact"/>
        </dgm:presLayoutVars>
      </dgm:prSet>
      <dgm:spPr/>
    </dgm:pt>
    <dgm:pt modelId="{D81442E6-65E8-49DD-B662-03572A53636F}" type="pres">
      <dgm:prSet presAssocID="{59BE4F09-1CA3-4267-A39D-D43FE64C187F}" presName="dummyMaxCanvas" presStyleCnt="0">
        <dgm:presLayoutVars/>
      </dgm:prSet>
      <dgm:spPr/>
    </dgm:pt>
    <dgm:pt modelId="{A423AA35-770C-4624-8A31-48EDCE428955}" type="pres">
      <dgm:prSet presAssocID="{59BE4F09-1CA3-4267-A39D-D43FE64C187F}" presName="FourNodes_1" presStyleLbl="node1" presStyleIdx="0" presStyleCnt="4">
        <dgm:presLayoutVars>
          <dgm:bulletEnabled val="1"/>
        </dgm:presLayoutVars>
      </dgm:prSet>
      <dgm:spPr/>
    </dgm:pt>
    <dgm:pt modelId="{859F545D-20AD-4B3C-A543-93708283C9DA}" type="pres">
      <dgm:prSet presAssocID="{59BE4F09-1CA3-4267-A39D-D43FE64C187F}" presName="FourNodes_2" presStyleLbl="node1" presStyleIdx="1" presStyleCnt="4">
        <dgm:presLayoutVars>
          <dgm:bulletEnabled val="1"/>
        </dgm:presLayoutVars>
      </dgm:prSet>
      <dgm:spPr/>
    </dgm:pt>
    <dgm:pt modelId="{B66376DA-9825-4244-9FC9-8FDF6EE49625}" type="pres">
      <dgm:prSet presAssocID="{59BE4F09-1CA3-4267-A39D-D43FE64C187F}" presName="FourNodes_3" presStyleLbl="node1" presStyleIdx="2" presStyleCnt="4">
        <dgm:presLayoutVars>
          <dgm:bulletEnabled val="1"/>
        </dgm:presLayoutVars>
      </dgm:prSet>
      <dgm:spPr/>
    </dgm:pt>
    <dgm:pt modelId="{D074D509-FC70-4E69-AC69-8CC1C88C29FF}" type="pres">
      <dgm:prSet presAssocID="{59BE4F09-1CA3-4267-A39D-D43FE64C187F}" presName="FourNodes_4" presStyleLbl="node1" presStyleIdx="3" presStyleCnt="4">
        <dgm:presLayoutVars>
          <dgm:bulletEnabled val="1"/>
        </dgm:presLayoutVars>
      </dgm:prSet>
      <dgm:spPr/>
    </dgm:pt>
    <dgm:pt modelId="{F35B2F5F-D882-4AE3-8853-763A969B7671}" type="pres">
      <dgm:prSet presAssocID="{59BE4F09-1CA3-4267-A39D-D43FE64C187F}" presName="FourConn_1-2" presStyleLbl="fgAccFollowNode1" presStyleIdx="0" presStyleCnt="3">
        <dgm:presLayoutVars>
          <dgm:bulletEnabled val="1"/>
        </dgm:presLayoutVars>
      </dgm:prSet>
      <dgm:spPr/>
    </dgm:pt>
    <dgm:pt modelId="{73B306FD-69CA-48C8-8179-99DF4C85E267}" type="pres">
      <dgm:prSet presAssocID="{59BE4F09-1CA3-4267-A39D-D43FE64C187F}" presName="FourConn_2-3" presStyleLbl="fgAccFollowNode1" presStyleIdx="1" presStyleCnt="3">
        <dgm:presLayoutVars>
          <dgm:bulletEnabled val="1"/>
        </dgm:presLayoutVars>
      </dgm:prSet>
      <dgm:spPr/>
    </dgm:pt>
    <dgm:pt modelId="{5EA30F79-2D93-4E96-A128-6675837C4EDC}" type="pres">
      <dgm:prSet presAssocID="{59BE4F09-1CA3-4267-A39D-D43FE64C187F}" presName="FourConn_3-4" presStyleLbl="fgAccFollowNode1" presStyleIdx="2" presStyleCnt="3">
        <dgm:presLayoutVars>
          <dgm:bulletEnabled val="1"/>
        </dgm:presLayoutVars>
      </dgm:prSet>
      <dgm:spPr/>
    </dgm:pt>
    <dgm:pt modelId="{F53A79D9-2D7C-49A0-B277-6D7A6C7D354C}" type="pres">
      <dgm:prSet presAssocID="{59BE4F09-1CA3-4267-A39D-D43FE64C187F}" presName="FourNodes_1_text" presStyleLbl="node1" presStyleIdx="3" presStyleCnt="4">
        <dgm:presLayoutVars>
          <dgm:bulletEnabled val="1"/>
        </dgm:presLayoutVars>
      </dgm:prSet>
      <dgm:spPr/>
    </dgm:pt>
    <dgm:pt modelId="{0407A993-7927-42DD-8DCC-261A36DEC269}" type="pres">
      <dgm:prSet presAssocID="{59BE4F09-1CA3-4267-A39D-D43FE64C187F}" presName="FourNodes_2_text" presStyleLbl="node1" presStyleIdx="3" presStyleCnt="4">
        <dgm:presLayoutVars>
          <dgm:bulletEnabled val="1"/>
        </dgm:presLayoutVars>
      </dgm:prSet>
      <dgm:spPr/>
    </dgm:pt>
    <dgm:pt modelId="{7E036483-F909-49B3-BBAD-5C16DF7123E4}" type="pres">
      <dgm:prSet presAssocID="{59BE4F09-1CA3-4267-A39D-D43FE64C187F}" presName="FourNodes_3_text" presStyleLbl="node1" presStyleIdx="3" presStyleCnt="4">
        <dgm:presLayoutVars>
          <dgm:bulletEnabled val="1"/>
        </dgm:presLayoutVars>
      </dgm:prSet>
      <dgm:spPr/>
    </dgm:pt>
    <dgm:pt modelId="{431D5A88-1CA6-473B-A570-D36451807D92}" type="pres">
      <dgm:prSet presAssocID="{59BE4F09-1CA3-4267-A39D-D43FE64C187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4B38200-8E35-4D11-A278-AB0424CB5925}" type="presOf" srcId="{F22F80CC-21AD-46D6-AF12-2D296CBCBCA8}" destId="{5EA30F79-2D93-4E96-A128-6675837C4EDC}" srcOrd="0" destOrd="0" presId="urn:microsoft.com/office/officeart/2005/8/layout/vProcess5"/>
    <dgm:cxn modelId="{8A9BD902-FC7B-405C-9618-BE22C93B856A}" srcId="{59BE4F09-1CA3-4267-A39D-D43FE64C187F}" destId="{DF38F188-8DBB-47A8-92FD-3DAFDE2919DB}" srcOrd="2" destOrd="0" parTransId="{715B91BB-9106-4C6C-9E01-7E33BF851D2E}" sibTransId="{F22F80CC-21AD-46D6-AF12-2D296CBCBCA8}"/>
    <dgm:cxn modelId="{C5FA1512-3B12-41BD-9413-079D1D0505BB}" type="presOf" srcId="{DF9D0313-5AFC-419A-92D7-80A538D0FE7B}" destId="{A423AA35-770C-4624-8A31-48EDCE428955}" srcOrd="0" destOrd="0" presId="urn:microsoft.com/office/officeart/2005/8/layout/vProcess5"/>
    <dgm:cxn modelId="{2DF8A013-0393-4355-B5EA-7A5C679DB435}" type="presOf" srcId="{DF38F188-8DBB-47A8-92FD-3DAFDE2919DB}" destId="{B66376DA-9825-4244-9FC9-8FDF6EE49625}" srcOrd="0" destOrd="0" presId="urn:microsoft.com/office/officeart/2005/8/layout/vProcess5"/>
    <dgm:cxn modelId="{252E5115-CEA2-48AA-8F09-1F2024DBF7DA}" type="presOf" srcId="{DF9D0313-5AFC-419A-92D7-80A538D0FE7B}" destId="{F53A79D9-2D7C-49A0-B277-6D7A6C7D354C}" srcOrd="1" destOrd="0" presId="urn:microsoft.com/office/officeart/2005/8/layout/vProcess5"/>
    <dgm:cxn modelId="{07D0902A-4489-430D-AC9A-44306581486F}" type="presOf" srcId="{2C4E5849-7EC5-4265-9CDE-70DB51B8DB89}" destId="{F35B2F5F-D882-4AE3-8853-763A969B7671}" srcOrd="0" destOrd="0" presId="urn:microsoft.com/office/officeart/2005/8/layout/vProcess5"/>
    <dgm:cxn modelId="{4B14D42E-7492-4D08-9ED8-E3F2FDF7728C}" type="presOf" srcId="{4B1AA0AE-1197-4F7F-B87A-62F53DB918F6}" destId="{73B306FD-69CA-48C8-8179-99DF4C85E267}" srcOrd="0" destOrd="0" presId="urn:microsoft.com/office/officeart/2005/8/layout/vProcess5"/>
    <dgm:cxn modelId="{AC72F53D-CAD6-4ACB-BDD2-70083635F4F9}" type="presOf" srcId="{0FC47B7B-F822-4D96-B4E2-D541527C8C51}" destId="{0407A993-7927-42DD-8DCC-261A36DEC269}" srcOrd="1" destOrd="0" presId="urn:microsoft.com/office/officeart/2005/8/layout/vProcess5"/>
    <dgm:cxn modelId="{97D4C640-357C-4EF7-A3BF-D051DE450361}" srcId="{59BE4F09-1CA3-4267-A39D-D43FE64C187F}" destId="{0FC47B7B-F822-4D96-B4E2-D541527C8C51}" srcOrd="1" destOrd="0" parTransId="{99A25A44-DA80-4E0B-87E8-EC4DC88F0D2A}" sibTransId="{4B1AA0AE-1197-4F7F-B87A-62F53DB918F6}"/>
    <dgm:cxn modelId="{8AAFD569-EFA8-4C65-83B2-420C723B218D}" type="presOf" srcId="{0FC47B7B-F822-4D96-B4E2-D541527C8C51}" destId="{859F545D-20AD-4B3C-A543-93708283C9DA}" srcOrd="0" destOrd="0" presId="urn:microsoft.com/office/officeart/2005/8/layout/vProcess5"/>
    <dgm:cxn modelId="{88E3A678-20CD-4A2B-A4A9-18E0D577B303}" type="presOf" srcId="{9A1E30BF-2FC2-4E73-A99A-80BA5396FFD7}" destId="{D074D509-FC70-4E69-AC69-8CC1C88C29FF}" srcOrd="0" destOrd="0" presId="urn:microsoft.com/office/officeart/2005/8/layout/vProcess5"/>
    <dgm:cxn modelId="{E6735B96-888B-44DA-8745-23678AF07F95}" type="presOf" srcId="{DF38F188-8DBB-47A8-92FD-3DAFDE2919DB}" destId="{7E036483-F909-49B3-BBAD-5C16DF7123E4}" srcOrd="1" destOrd="0" presId="urn:microsoft.com/office/officeart/2005/8/layout/vProcess5"/>
    <dgm:cxn modelId="{57B663B6-F482-49F9-884C-36DA4362818A}" type="presOf" srcId="{59BE4F09-1CA3-4267-A39D-D43FE64C187F}" destId="{C7564D8F-DACB-430B-8A27-BA43C1EDB8FD}" srcOrd="0" destOrd="0" presId="urn:microsoft.com/office/officeart/2005/8/layout/vProcess5"/>
    <dgm:cxn modelId="{712752D2-0912-4FA9-9A15-877904BAE3F5}" srcId="{59BE4F09-1CA3-4267-A39D-D43FE64C187F}" destId="{9A1E30BF-2FC2-4E73-A99A-80BA5396FFD7}" srcOrd="3" destOrd="0" parTransId="{AD42DDC1-E550-46A8-9249-94E360624A67}" sibTransId="{4EC1BB4E-4045-4827-9E93-04ABE0425CB0}"/>
    <dgm:cxn modelId="{606879F5-CDF4-48F7-AE41-2B0F95280DE2}" srcId="{59BE4F09-1CA3-4267-A39D-D43FE64C187F}" destId="{DF9D0313-5AFC-419A-92D7-80A538D0FE7B}" srcOrd="0" destOrd="0" parTransId="{B15802A3-69E0-4A6E-952A-FDE548336DF0}" sibTransId="{2C4E5849-7EC5-4265-9CDE-70DB51B8DB89}"/>
    <dgm:cxn modelId="{B276D4F8-C355-48A5-95B7-48E2810DC380}" type="presOf" srcId="{9A1E30BF-2FC2-4E73-A99A-80BA5396FFD7}" destId="{431D5A88-1CA6-473B-A570-D36451807D92}" srcOrd="1" destOrd="0" presId="urn:microsoft.com/office/officeart/2005/8/layout/vProcess5"/>
    <dgm:cxn modelId="{5CD2F8FC-721D-4944-A292-F0D9FF29F571}" type="presParOf" srcId="{C7564D8F-DACB-430B-8A27-BA43C1EDB8FD}" destId="{D81442E6-65E8-49DD-B662-03572A53636F}" srcOrd="0" destOrd="0" presId="urn:microsoft.com/office/officeart/2005/8/layout/vProcess5"/>
    <dgm:cxn modelId="{C1C2B168-9572-4007-B114-C3E6A6A7FC41}" type="presParOf" srcId="{C7564D8F-DACB-430B-8A27-BA43C1EDB8FD}" destId="{A423AA35-770C-4624-8A31-48EDCE428955}" srcOrd="1" destOrd="0" presId="urn:microsoft.com/office/officeart/2005/8/layout/vProcess5"/>
    <dgm:cxn modelId="{917072C6-F282-4CEB-B513-B125B8653BCF}" type="presParOf" srcId="{C7564D8F-DACB-430B-8A27-BA43C1EDB8FD}" destId="{859F545D-20AD-4B3C-A543-93708283C9DA}" srcOrd="2" destOrd="0" presId="urn:microsoft.com/office/officeart/2005/8/layout/vProcess5"/>
    <dgm:cxn modelId="{DF24EB0E-7ECE-4994-8FE8-523642450D33}" type="presParOf" srcId="{C7564D8F-DACB-430B-8A27-BA43C1EDB8FD}" destId="{B66376DA-9825-4244-9FC9-8FDF6EE49625}" srcOrd="3" destOrd="0" presId="urn:microsoft.com/office/officeart/2005/8/layout/vProcess5"/>
    <dgm:cxn modelId="{EA6A4B59-BE53-40A9-B384-5C9D95F9A3EA}" type="presParOf" srcId="{C7564D8F-DACB-430B-8A27-BA43C1EDB8FD}" destId="{D074D509-FC70-4E69-AC69-8CC1C88C29FF}" srcOrd="4" destOrd="0" presId="urn:microsoft.com/office/officeart/2005/8/layout/vProcess5"/>
    <dgm:cxn modelId="{B1D6ECB5-A8CA-4F47-9E46-BAA21E80BE62}" type="presParOf" srcId="{C7564D8F-DACB-430B-8A27-BA43C1EDB8FD}" destId="{F35B2F5F-D882-4AE3-8853-763A969B7671}" srcOrd="5" destOrd="0" presId="urn:microsoft.com/office/officeart/2005/8/layout/vProcess5"/>
    <dgm:cxn modelId="{F80F8676-B493-430F-B7CF-8E6E88EE29A7}" type="presParOf" srcId="{C7564D8F-DACB-430B-8A27-BA43C1EDB8FD}" destId="{73B306FD-69CA-48C8-8179-99DF4C85E267}" srcOrd="6" destOrd="0" presId="urn:microsoft.com/office/officeart/2005/8/layout/vProcess5"/>
    <dgm:cxn modelId="{440FF156-C78E-4A5D-9437-520FD734DCB8}" type="presParOf" srcId="{C7564D8F-DACB-430B-8A27-BA43C1EDB8FD}" destId="{5EA30F79-2D93-4E96-A128-6675837C4EDC}" srcOrd="7" destOrd="0" presId="urn:microsoft.com/office/officeart/2005/8/layout/vProcess5"/>
    <dgm:cxn modelId="{B87AB8E9-1D29-4F05-B73B-1C90D1F078DB}" type="presParOf" srcId="{C7564D8F-DACB-430B-8A27-BA43C1EDB8FD}" destId="{F53A79D9-2D7C-49A0-B277-6D7A6C7D354C}" srcOrd="8" destOrd="0" presId="urn:microsoft.com/office/officeart/2005/8/layout/vProcess5"/>
    <dgm:cxn modelId="{F55F0B98-A370-4C23-A1A0-1FCC917B5A5E}" type="presParOf" srcId="{C7564D8F-DACB-430B-8A27-BA43C1EDB8FD}" destId="{0407A993-7927-42DD-8DCC-261A36DEC269}" srcOrd="9" destOrd="0" presId="urn:microsoft.com/office/officeart/2005/8/layout/vProcess5"/>
    <dgm:cxn modelId="{9523C1A7-A90A-4E7C-A087-CA406CB91247}" type="presParOf" srcId="{C7564D8F-DACB-430B-8A27-BA43C1EDB8FD}" destId="{7E036483-F909-49B3-BBAD-5C16DF7123E4}" srcOrd="10" destOrd="0" presId="urn:microsoft.com/office/officeart/2005/8/layout/vProcess5"/>
    <dgm:cxn modelId="{7E883D66-ED2D-48B5-84C0-8EB01D77F089}" type="presParOf" srcId="{C7564D8F-DACB-430B-8A27-BA43C1EDB8FD}" destId="{431D5A88-1CA6-473B-A570-D36451807D9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D1D633-E37A-4B53-8F5C-17D141C70E76}">
      <dsp:nvSpPr>
        <dsp:cNvPr id="0" name=""/>
        <dsp:cNvSpPr/>
      </dsp:nvSpPr>
      <dsp:spPr>
        <a:xfrm>
          <a:off x="666768" y="1451293"/>
          <a:ext cx="524796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C2221-D08D-496B-86CD-D410F14E48F5}">
      <dsp:nvSpPr>
        <dsp:cNvPr id="0" name=""/>
        <dsp:cNvSpPr/>
      </dsp:nvSpPr>
      <dsp:spPr>
        <a:xfrm>
          <a:off x="1223052" y="1407203"/>
          <a:ext cx="60351" cy="113442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BB38C6-A434-42FA-B90A-846DF0AA746F}">
      <dsp:nvSpPr>
        <dsp:cNvPr id="0" name=""/>
        <dsp:cNvSpPr/>
      </dsp:nvSpPr>
      <dsp:spPr>
        <a:xfrm>
          <a:off x="368783" y="1218944"/>
          <a:ext cx="464771" cy="4647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6" tIns="18036" rIns="18036" bIns="1803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</a:t>
          </a:r>
        </a:p>
      </dsp:txBody>
      <dsp:txXfrm>
        <a:off x="436847" y="1287008"/>
        <a:ext cx="328643" cy="328643"/>
      </dsp:txXfrm>
    </dsp:sp>
    <dsp:sp modelId="{1F15DFB6-C789-4D2D-91A8-A0E647DF6837}">
      <dsp:nvSpPr>
        <dsp:cNvPr id="0" name=""/>
        <dsp:cNvSpPr/>
      </dsp:nvSpPr>
      <dsp:spPr>
        <a:xfrm>
          <a:off x="10772" y="1849297"/>
          <a:ext cx="118079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42" tIns="165100" rIns="9314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Best Car:  This section features the best car from the particular brands. </a:t>
          </a:r>
        </a:p>
      </dsp:txBody>
      <dsp:txXfrm>
        <a:off x="10772" y="2085455"/>
        <a:ext cx="1180792" cy="1729442"/>
      </dsp:txXfrm>
    </dsp:sp>
    <dsp:sp modelId="{D052FFF0-47A6-4255-A5B8-04AE12D9454A}">
      <dsp:nvSpPr>
        <dsp:cNvPr id="0" name=""/>
        <dsp:cNvSpPr/>
      </dsp:nvSpPr>
      <dsp:spPr>
        <a:xfrm>
          <a:off x="1322763" y="1451280"/>
          <a:ext cx="118079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9639E0-6133-4687-A60C-95B8365524FB}">
      <dsp:nvSpPr>
        <dsp:cNvPr id="0" name=""/>
        <dsp:cNvSpPr/>
      </dsp:nvSpPr>
      <dsp:spPr>
        <a:xfrm>
          <a:off x="2535043" y="1407190"/>
          <a:ext cx="60351" cy="11346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F1901-71C5-43E4-869D-F901BA7EA8E1}">
      <dsp:nvSpPr>
        <dsp:cNvPr id="0" name=""/>
        <dsp:cNvSpPr/>
      </dsp:nvSpPr>
      <dsp:spPr>
        <a:xfrm>
          <a:off x="1680774" y="1218931"/>
          <a:ext cx="464771" cy="4647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6" tIns="18036" rIns="18036" bIns="1803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</a:t>
          </a:r>
        </a:p>
      </dsp:txBody>
      <dsp:txXfrm>
        <a:off x="1748838" y="1286995"/>
        <a:ext cx="328643" cy="328643"/>
      </dsp:txXfrm>
    </dsp:sp>
    <dsp:sp modelId="{26CFB1D7-F9B9-4F66-9E97-DD13CE305942}">
      <dsp:nvSpPr>
        <dsp:cNvPr id="0" name=""/>
        <dsp:cNvSpPr/>
      </dsp:nvSpPr>
      <dsp:spPr>
        <a:xfrm>
          <a:off x="1322763" y="1849297"/>
          <a:ext cx="118079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42" tIns="165100" rIns="9314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Analysis: This section features questions that are essential to overview for a customer before buying a car. </a:t>
          </a:r>
        </a:p>
      </dsp:txBody>
      <dsp:txXfrm>
        <a:off x="1322763" y="2085455"/>
        <a:ext cx="1180792" cy="1729442"/>
      </dsp:txXfrm>
    </dsp:sp>
    <dsp:sp modelId="{B9D41D5D-3F2D-4E78-8EAA-54E1E98E1B0D}">
      <dsp:nvSpPr>
        <dsp:cNvPr id="0" name=""/>
        <dsp:cNvSpPr/>
      </dsp:nvSpPr>
      <dsp:spPr>
        <a:xfrm>
          <a:off x="2634754" y="1451277"/>
          <a:ext cx="118079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EB93A-AE02-480A-AEC4-7E1D28257AD2}">
      <dsp:nvSpPr>
        <dsp:cNvPr id="0" name=""/>
        <dsp:cNvSpPr/>
      </dsp:nvSpPr>
      <dsp:spPr>
        <a:xfrm>
          <a:off x="3847034" y="1407187"/>
          <a:ext cx="60351" cy="11346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57948-42EF-45E6-9EC0-CB8DBCEFC7FE}">
      <dsp:nvSpPr>
        <dsp:cNvPr id="0" name=""/>
        <dsp:cNvSpPr/>
      </dsp:nvSpPr>
      <dsp:spPr>
        <a:xfrm>
          <a:off x="2992765" y="1218927"/>
          <a:ext cx="464771" cy="4647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6" tIns="18036" rIns="18036" bIns="1803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</a:t>
          </a:r>
        </a:p>
      </dsp:txBody>
      <dsp:txXfrm>
        <a:off x="3060829" y="1286991"/>
        <a:ext cx="328643" cy="328643"/>
      </dsp:txXfrm>
    </dsp:sp>
    <dsp:sp modelId="{24825565-9DC0-4913-A658-4C92B3832B5E}">
      <dsp:nvSpPr>
        <dsp:cNvPr id="0" name=""/>
        <dsp:cNvSpPr/>
      </dsp:nvSpPr>
      <dsp:spPr>
        <a:xfrm>
          <a:off x="2634754" y="1849297"/>
          <a:ext cx="118079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42" tIns="165100" rIns="9314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Service: This section features the services provided by the website </a:t>
          </a:r>
        </a:p>
      </dsp:txBody>
      <dsp:txXfrm>
        <a:off x="2634754" y="2085455"/>
        <a:ext cx="1180792" cy="1729442"/>
      </dsp:txXfrm>
    </dsp:sp>
    <dsp:sp modelId="{64323790-1350-470F-A8AC-E7A41D2FFF5B}">
      <dsp:nvSpPr>
        <dsp:cNvPr id="0" name=""/>
        <dsp:cNvSpPr/>
      </dsp:nvSpPr>
      <dsp:spPr>
        <a:xfrm>
          <a:off x="3946746" y="1451276"/>
          <a:ext cx="118079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65009-701B-49F4-8592-B0CEB6921EEE}">
      <dsp:nvSpPr>
        <dsp:cNvPr id="0" name=""/>
        <dsp:cNvSpPr/>
      </dsp:nvSpPr>
      <dsp:spPr>
        <a:xfrm>
          <a:off x="5159025" y="1407186"/>
          <a:ext cx="60351" cy="11346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855A2F-79B4-4242-8621-8F92E3447674}">
      <dsp:nvSpPr>
        <dsp:cNvPr id="0" name=""/>
        <dsp:cNvSpPr/>
      </dsp:nvSpPr>
      <dsp:spPr>
        <a:xfrm>
          <a:off x="4304756" y="1218926"/>
          <a:ext cx="464771" cy="4647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6" tIns="18036" rIns="18036" bIns="1803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</a:t>
          </a:r>
        </a:p>
      </dsp:txBody>
      <dsp:txXfrm>
        <a:off x="4372820" y="1286990"/>
        <a:ext cx="328643" cy="328643"/>
      </dsp:txXfrm>
    </dsp:sp>
    <dsp:sp modelId="{0911D566-3A71-4DED-80D4-82DB53DA8F2B}">
      <dsp:nvSpPr>
        <dsp:cNvPr id="0" name=""/>
        <dsp:cNvSpPr/>
      </dsp:nvSpPr>
      <dsp:spPr>
        <a:xfrm>
          <a:off x="3946746" y="1849297"/>
          <a:ext cx="118079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42" tIns="165100" rIns="9314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Featured Cars: This feature will help the customers to known the details about the car models.</a:t>
          </a:r>
        </a:p>
      </dsp:txBody>
      <dsp:txXfrm>
        <a:off x="3946746" y="2085455"/>
        <a:ext cx="1180792" cy="1729442"/>
      </dsp:txXfrm>
    </dsp:sp>
    <dsp:sp modelId="{E1D4E744-D229-4D1E-A64D-6643A9DE8626}">
      <dsp:nvSpPr>
        <dsp:cNvPr id="0" name=""/>
        <dsp:cNvSpPr/>
      </dsp:nvSpPr>
      <dsp:spPr>
        <a:xfrm>
          <a:off x="5258737" y="1451276"/>
          <a:ext cx="118079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8B3D4B-C02D-4B47-B7FA-E349DCB5079A}">
      <dsp:nvSpPr>
        <dsp:cNvPr id="0" name=""/>
        <dsp:cNvSpPr/>
      </dsp:nvSpPr>
      <dsp:spPr>
        <a:xfrm>
          <a:off x="6471016" y="1407186"/>
          <a:ext cx="60351" cy="11346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DDEF9-7B4E-4EFF-BA1B-24D77561DB50}">
      <dsp:nvSpPr>
        <dsp:cNvPr id="0" name=""/>
        <dsp:cNvSpPr/>
      </dsp:nvSpPr>
      <dsp:spPr>
        <a:xfrm>
          <a:off x="5616747" y="1218926"/>
          <a:ext cx="464771" cy="4647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6" tIns="18036" rIns="18036" bIns="1803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</a:t>
          </a:r>
        </a:p>
      </dsp:txBody>
      <dsp:txXfrm>
        <a:off x="5684811" y="1286990"/>
        <a:ext cx="328643" cy="328643"/>
      </dsp:txXfrm>
    </dsp:sp>
    <dsp:sp modelId="{4CF1716E-F7FF-440F-8CF4-71FBD05121AD}">
      <dsp:nvSpPr>
        <dsp:cNvPr id="0" name=""/>
        <dsp:cNvSpPr/>
      </dsp:nvSpPr>
      <dsp:spPr>
        <a:xfrm>
          <a:off x="5258737" y="1849297"/>
          <a:ext cx="118079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42" tIns="165100" rIns="9314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Top Brands: The top brand section features the top selling car brands</a:t>
          </a:r>
        </a:p>
      </dsp:txBody>
      <dsp:txXfrm>
        <a:off x="5258737" y="2085455"/>
        <a:ext cx="1180792" cy="1729442"/>
      </dsp:txXfrm>
    </dsp:sp>
    <dsp:sp modelId="{BF3A8EAC-3E9E-46E8-8FFC-01D1E3151414}">
      <dsp:nvSpPr>
        <dsp:cNvPr id="0" name=""/>
        <dsp:cNvSpPr/>
      </dsp:nvSpPr>
      <dsp:spPr>
        <a:xfrm>
          <a:off x="6570728" y="1451276"/>
          <a:ext cx="118079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F74EA8-9142-405D-B89B-526037CA3E05}">
      <dsp:nvSpPr>
        <dsp:cNvPr id="0" name=""/>
        <dsp:cNvSpPr/>
      </dsp:nvSpPr>
      <dsp:spPr>
        <a:xfrm>
          <a:off x="7783008" y="1407186"/>
          <a:ext cx="60351" cy="11346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85EF4-0828-4605-9E6A-D3060BFD69C6}">
      <dsp:nvSpPr>
        <dsp:cNvPr id="0" name=""/>
        <dsp:cNvSpPr/>
      </dsp:nvSpPr>
      <dsp:spPr>
        <a:xfrm>
          <a:off x="6928738" y="1218926"/>
          <a:ext cx="464771" cy="4647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6" tIns="18036" rIns="18036" bIns="1803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6</a:t>
          </a:r>
        </a:p>
      </dsp:txBody>
      <dsp:txXfrm>
        <a:off x="6996802" y="1286990"/>
        <a:ext cx="328643" cy="328643"/>
      </dsp:txXfrm>
    </dsp:sp>
    <dsp:sp modelId="{57EF3BFB-358A-401F-BEB5-7E42385CEE7C}">
      <dsp:nvSpPr>
        <dsp:cNvPr id="0" name=""/>
        <dsp:cNvSpPr/>
      </dsp:nvSpPr>
      <dsp:spPr>
        <a:xfrm>
          <a:off x="6570728" y="1849297"/>
          <a:ext cx="118079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142" tIns="165100" rIns="9314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Chatbot Support:  The chatbot support provides a summary overview of the data analysis and general car market questions. </a:t>
          </a:r>
        </a:p>
      </dsp:txBody>
      <dsp:txXfrm>
        <a:off x="6570728" y="2085455"/>
        <a:ext cx="1180792" cy="1729442"/>
      </dsp:txXfrm>
    </dsp:sp>
    <dsp:sp modelId="{F0C14311-D238-410C-9857-5135650058CA}">
      <dsp:nvSpPr>
        <dsp:cNvPr id="0" name=""/>
        <dsp:cNvSpPr/>
      </dsp:nvSpPr>
      <dsp:spPr>
        <a:xfrm>
          <a:off x="7882719" y="1451275"/>
          <a:ext cx="590973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0B9719-DF58-4C65-8A74-345BF3FA22CB}">
      <dsp:nvSpPr>
        <dsp:cNvPr id="0" name=""/>
        <dsp:cNvSpPr/>
      </dsp:nvSpPr>
      <dsp:spPr>
        <a:xfrm>
          <a:off x="8241306" y="1218926"/>
          <a:ext cx="464771" cy="4647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6" tIns="18036" rIns="18036" bIns="1803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7</a:t>
          </a:r>
        </a:p>
      </dsp:txBody>
      <dsp:txXfrm>
        <a:off x="8309370" y="1286990"/>
        <a:ext cx="328643" cy="328643"/>
      </dsp:txXfrm>
    </dsp:sp>
    <dsp:sp modelId="{23F6A11D-2CAD-4541-927D-E4B2E1EB8BC2}">
      <dsp:nvSpPr>
        <dsp:cNvPr id="0" name=""/>
        <dsp:cNvSpPr/>
      </dsp:nvSpPr>
      <dsp:spPr>
        <a:xfrm>
          <a:off x="7882719" y="1849297"/>
          <a:ext cx="122847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04" tIns="165100" rIns="9690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Contact Support: Customer can directly mail their issues to the customer support for detailed information and help.</a:t>
          </a:r>
        </a:p>
      </dsp:txBody>
      <dsp:txXfrm>
        <a:off x="7882719" y="2094992"/>
        <a:ext cx="1228476" cy="17199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22AF8-2BD6-470A-A2F3-11A15221EE5E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C753D-EF54-4286-A92F-A50BAB88EB80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Front-End: Django, HTML, CSS, JavaScript, Bootstrap</a:t>
          </a:r>
        </a:p>
      </dsp:txBody>
      <dsp:txXfrm>
        <a:off x="417971" y="2644140"/>
        <a:ext cx="2889450" cy="720000"/>
      </dsp:txXfrm>
    </dsp:sp>
    <dsp:sp modelId="{EE7913B5-187D-47ED-919E-5B3C6FA6CC1B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581D33-4F4F-4ACD-ADBE-DE7029E6B338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Back-End: Python, machine learning model</a:t>
          </a:r>
        </a:p>
      </dsp:txBody>
      <dsp:txXfrm>
        <a:off x="3813075" y="2644140"/>
        <a:ext cx="2889450" cy="720000"/>
      </dsp:txXfrm>
    </dsp:sp>
    <dsp:sp modelId="{87E89CD6-9970-45DF-82C8-76A756352F81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2CC44-E2D3-4027-999A-B4A3B05F9CC6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Database: Django admin panel ,SQL-Lite, car dataset (csv)</a:t>
          </a:r>
        </a:p>
      </dsp:txBody>
      <dsp:txXfrm>
        <a:off x="7208178" y="2644140"/>
        <a:ext cx="28894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9F4F20-50F7-4880-A523-04F6F7B6B71D}">
      <dsp:nvSpPr>
        <dsp:cNvPr id="0" name=""/>
        <dsp:cNvSpPr/>
      </dsp:nvSpPr>
      <dsp:spPr>
        <a:xfrm>
          <a:off x="0" y="0"/>
          <a:ext cx="72958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07ACA-A835-48C7-ACFB-767CF21C4D65}">
      <dsp:nvSpPr>
        <dsp:cNvPr id="0" name=""/>
        <dsp:cNvSpPr/>
      </dsp:nvSpPr>
      <dsp:spPr>
        <a:xfrm>
          <a:off x="0" y="0"/>
          <a:ext cx="7295881" cy="59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1.Progressive web app</a:t>
          </a:r>
        </a:p>
      </dsp:txBody>
      <dsp:txXfrm>
        <a:off x="0" y="0"/>
        <a:ext cx="7295881" cy="598920"/>
      </dsp:txXfrm>
    </dsp:sp>
    <dsp:sp modelId="{9A115F42-4E17-457D-9502-9234F73AED5C}">
      <dsp:nvSpPr>
        <dsp:cNvPr id="0" name=""/>
        <dsp:cNvSpPr/>
      </dsp:nvSpPr>
      <dsp:spPr>
        <a:xfrm>
          <a:off x="0" y="598920"/>
          <a:ext cx="72958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D9DBD-C477-4B3C-8222-CE6EFA8DC59B}">
      <dsp:nvSpPr>
        <dsp:cNvPr id="0" name=""/>
        <dsp:cNvSpPr/>
      </dsp:nvSpPr>
      <dsp:spPr>
        <a:xfrm>
          <a:off x="0" y="598920"/>
          <a:ext cx="7295881" cy="59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2. responsive and dynamic website</a:t>
          </a:r>
        </a:p>
      </dsp:txBody>
      <dsp:txXfrm>
        <a:off x="0" y="598920"/>
        <a:ext cx="7295881" cy="598920"/>
      </dsp:txXfrm>
    </dsp:sp>
    <dsp:sp modelId="{6BE07836-26A6-4682-A189-5346F0A4B297}">
      <dsp:nvSpPr>
        <dsp:cNvPr id="0" name=""/>
        <dsp:cNvSpPr/>
      </dsp:nvSpPr>
      <dsp:spPr>
        <a:xfrm>
          <a:off x="0" y="1197841"/>
          <a:ext cx="72958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D4ECFD-CCF9-4932-AD80-8FD6A58FB79D}">
      <dsp:nvSpPr>
        <dsp:cNvPr id="0" name=""/>
        <dsp:cNvSpPr/>
      </dsp:nvSpPr>
      <dsp:spPr>
        <a:xfrm>
          <a:off x="0" y="1197841"/>
          <a:ext cx="7295881" cy="59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3. Cost-efficient</a:t>
          </a:r>
        </a:p>
      </dsp:txBody>
      <dsp:txXfrm>
        <a:off x="0" y="1197841"/>
        <a:ext cx="7295881" cy="598920"/>
      </dsp:txXfrm>
    </dsp:sp>
    <dsp:sp modelId="{60FDD9A8-99D9-46A1-A77B-3E332338D8D1}">
      <dsp:nvSpPr>
        <dsp:cNvPr id="0" name=""/>
        <dsp:cNvSpPr/>
      </dsp:nvSpPr>
      <dsp:spPr>
        <a:xfrm>
          <a:off x="0" y="1796761"/>
          <a:ext cx="72958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44569-ACE9-4657-B07A-9D958A6439F0}">
      <dsp:nvSpPr>
        <dsp:cNvPr id="0" name=""/>
        <dsp:cNvSpPr/>
      </dsp:nvSpPr>
      <dsp:spPr>
        <a:xfrm>
          <a:off x="0" y="1796761"/>
          <a:ext cx="7295881" cy="59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4</a:t>
          </a:r>
          <a:r>
            <a:rPr lang="en-US" sz="1800" kern="1200" dirty="0"/>
            <a:t>. Modern Data Analysis</a:t>
          </a:r>
        </a:p>
      </dsp:txBody>
      <dsp:txXfrm>
        <a:off x="0" y="1796761"/>
        <a:ext cx="7295881" cy="598920"/>
      </dsp:txXfrm>
    </dsp:sp>
    <dsp:sp modelId="{C2C21EDC-DF7A-4D16-B797-35DFAB48A131}">
      <dsp:nvSpPr>
        <dsp:cNvPr id="0" name=""/>
        <dsp:cNvSpPr/>
      </dsp:nvSpPr>
      <dsp:spPr>
        <a:xfrm>
          <a:off x="0" y="2395682"/>
          <a:ext cx="72958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BA959-329E-4DEB-AA38-F1EA013C7F91}">
      <dsp:nvSpPr>
        <dsp:cNvPr id="0" name=""/>
        <dsp:cNvSpPr/>
      </dsp:nvSpPr>
      <dsp:spPr>
        <a:xfrm>
          <a:off x="0" y="2395682"/>
          <a:ext cx="7295881" cy="59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5</a:t>
          </a:r>
          <a:r>
            <a:rPr lang="en-US" sz="1800" kern="1200" dirty="0"/>
            <a:t>. Pleasing and accurate data visuals</a:t>
          </a:r>
        </a:p>
      </dsp:txBody>
      <dsp:txXfrm>
        <a:off x="0" y="2395682"/>
        <a:ext cx="7295881" cy="598920"/>
      </dsp:txXfrm>
    </dsp:sp>
    <dsp:sp modelId="{0FD1D74E-2C2C-4468-9DDB-523F547320CB}">
      <dsp:nvSpPr>
        <dsp:cNvPr id="0" name=""/>
        <dsp:cNvSpPr/>
      </dsp:nvSpPr>
      <dsp:spPr>
        <a:xfrm>
          <a:off x="0" y="2994603"/>
          <a:ext cx="72958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D44E0-CD98-41C0-B8A4-016DF6234DA7}">
      <dsp:nvSpPr>
        <dsp:cNvPr id="0" name=""/>
        <dsp:cNvSpPr/>
      </dsp:nvSpPr>
      <dsp:spPr>
        <a:xfrm>
          <a:off x="0" y="2994603"/>
          <a:ext cx="7295881" cy="59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6</a:t>
          </a:r>
          <a:r>
            <a:rPr lang="en-US" sz="1800" kern="1200" dirty="0"/>
            <a:t>. Use of Django panel for customer queries database</a:t>
          </a:r>
        </a:p>
      </dsp:txBody>
      <dsp:txXfrm>
        <a:off x="0" y="2994603"/>
        <a:ext cx="7295881" cy="598920"/>
      </dsp:txXfrm>
    </dsp:sp>
    <dsp:sp modelId="{8898A21C-63B3-4926-B8DD-69EF6BD670D2}">
      <dsp:nvSpPr>
        <dsp:cNvPr id="0" name=""/>
        <dsp:cNvSpPr/>
      </dsp:nvSpPr>
      <dsp:spPr>
        <a:xfrm>
          <a:off x="0" y="3593523"/>
          <a:ext cx="72958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F11BA-BDE7-422E-BC71-23266AC6978A}">
      <dsp:nvSpPr>
        <dsp:cNvPr id="0" name=""/>
        <dsp:cNvSpPr/>
      </dsp:nvSpPr>
      <dsp:spPr>
        <a:xfrm>
          <a:off x="0" y="3593523"/>
          <a:ext cx="7295881" cy="59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7</a:t>
          </a:r>
          <a:r>
            <a:rPr lang="en-US" sz="1800" kern="1200" dirty="0"/>
            <a:t>. Transparent price prediction mechanism through machine learning.</a:t>
          </a:r>
        </a:p>
      </dsp:txBody>
      <dsp:txXfrm>
        <a:off x="0" y="3593523"/>
        <a:ext cx="7295881" cy="598920"/>
      </dsp:txXfrm>
    </dsp:sp>
    <dsp:sp modelId="{FD32D423-103D-4ED4-9007-14B99B1A19F6}">
      <dsp:nvSpPr>
        <dsp:cNvPr id="0" name=""/>
        <dsp:cNvSpPr/>
      </dsp:nvSpPr>
      <dsp:spPr>
        <a:xfrm>
          <a:off x="0" y="4192444"/>
          <a:ext cx="72958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06BD3-F915-4E2E-9FE2-954456BC8FC2}">
      <dsp:nvSpPr>
        <dsp:cNvPr id="0" name=""/>
        <dsp:cNvSpPr/>
      </dsp:nvSpPr>
      <dsp:spPr>
        <a:xfrm>
          <a:off x="0" y="4192444"/>
          <a:ext cx="7295881" cy="59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8</a:t>
          </a:r>
          <a:r>
            <a:rPr lang="en-US" sz="1800" kern="1200" dirty="0"/>
            <a:t>.</a:t>
          </a:r>
          <a:r>
            <a:rPr lang="en-US" sz="1800" kern="1200" dirty="0">
              <a:latin typeface="Calibri Light" panose="020F0302020204030204"/>
            </a:rPr>
            <a:t> chatbot</a:t>
          </a:r>
          <a:r>
            <a:rPr lang="en-US" sz="1800" kern="1200" dirty="0"/>
            <a:t> provides quick overview of car market trends and general queries.</a:t>
          </a:r>
        </a:p>
      </dsp:txBody>
      <dsp:txXfrm>
        <a:off x="0" y="4192444"/>
        <a:ext cx="7295881" cy="5989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3AA35-770C-4624-8A31-48EDCE428955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Top brands and the car in featured section. These are the static part of the website.</a:t>
          </a:r>
        </a:p>
      </dsp:txBody>
      <dsp:txXfrm>
        <a:off x="28038" y="28038"/>
        <a:ext cx="7298593" cy="901218"/>
      </dsp:txXfrm>
    </dsp:sp>
    <dsp:sp modelId="{859F545D-20AD-4B3C-A543-93708283C9DA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2.We  will try to make these sections dynamic and improve the website further.</a:t>
          </a:r>
        </a:p>
      </dsp:txBody>
      <dsp:txXfrm>
        <a:off x="732583" y="1159385"/>
        <a:ext cx="7029617" cy="901218"/>
      </dsp:txXfrm>
    </dsp:sp>
    <dsp:sp modelId="{B66376DA-9825-4244-9FC9-8FDF6EE49625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For now only 8 questions are added to the website as it is a prototype.</a:t>
          </a:r>
        </a:p>
      </dsp:txBody>
      <dsp:txXfrm>
        <a:off x="1426612" y="2290733"/>
        <a:ext cx="7040133" cy="901218"/>
      </dsp:txXfrm>
    </dsp:sp>
    <dsp:sp modelId="{D074D509-FC70-4E69-AC69-8CC1C88C29FF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 We will try to add more frequently asked questions on the website.</a:t>
          </a:r>
        </a:p>
      </dsp:txBody>
      <dsp:txXfrm>
        <a:off x="2131157" y="3422081"/>
        <a:ext cx="7029617" cy="901218"/>
      </dsp:txXfrm>
    </dsp:sp>
    <dsp:sp modelId="{F35B2F5F-D882-4AE3-8853-763A969B7671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73B306FD-69CA-48C8-8179-99DF4C85E267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5EA30F79-2D93-4E96-A128-6675837C4EDC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ftp.gnu.org/gnu/libc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rdekho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3C4AC-5207-FB18-FCBF-FA95E8774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1021618"/>
            <a:ext cx="10264697" cy="121210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cs typeface="Calibri Light"/>
              </a:rPr>
              <a:t>BRACT‘s</a:t>
            </a:r>
            <a:endParaRPr lang="en-US" sz="2400">
              <a:ea typeface="+mj-lt"/>
              <a:cs typeface="+mj-lt"/>
            </a:endParaRPr>
          </a:p>
          <a:p>
            <a:pPr algn="ctr"/>
            <a:r>
              <a:rPr lang="en-US" sz="2400" b="1">
                <a:solidFill>
                  <a:srgbClr val="FFFFFF"/>
                </a:solidFill>
                <a:cs typeface="Calibri Light"/>
              </a:rPr>
              <a:t> Vishwakarma Institute of Information Technology, </a:t>
            </a:r>
            <a:r>
              <a:rPr lang="en-US" sz="2400" b="1" err="1">
                <a:solidFill>
                  <a:srgbClr val="FFFFFF"/>
                </a:solidFill>
                <a:cs typeface="Calibri Light"/>
              </a:rPr>
              <a:t>kondhwa</a:t>
            </a:r>
            <a:r>
              <a:rPr lang="en-US" sz="2400" b="1">
                <a:solidFill>
                  <a:srgbClr val="FFFFFF"/>
                </a:solidFill>
                <a:cs typeface="Calibri Light"/>
              </a:rPr>
              <a:t>(BK), Pune-48</a:t>
            </a:r>
            <a:endParaRPr lang="en-US" sz="2400">
              <a:ea typeface="+mj-lt"/>
              <a:cs typeface="+mj-lt"/>
            </a:endParaRPr>
          </a:p>
          <a:p>
            <a:pPr algn="ctr"/>
            <a:r>
              <a:rPr lang="en-US" sz="2400" b="1">
                <a:solidFill>
                  <a:srgbClr val="FFFFFF"/>
                </a:solidFill>
                <a:cs typeface="Calibri Light"/>
              </a:rPr>
              <a:t>Department of Computer Engineering</a:t>
            </a:r>
            <a:endParaRPr lang="en-US" sz="2400">
              <a:ea typeface="+mj-lt"/>
              <a:cs typeface="+mj-lt"/>
            </a:endParaRPr>
          </a:p>
          <a:p>
            <a:pPr algn="ctr"/>
            <a:endParaRPr lang="en-US" sz="2400">
              <a:ea typeface="+mj-lt"/>
              <a:cs typeface="+mj-lt"/>
            </a:endParaRPr>
          </a:p>
          <a:p>
            <a:pPr algn="ctr"/>
            <a:endParaRPr lang="en-US" sz="24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89E4-B9CB-C8E6-36AE-FA32E43BD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3858139"/>
            <a:ext cx="9708995" cy="2461044"/>
          </a:xfrm>
        </p:spPr>
        <p:txBody>
          <a:bodyPr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200" b="1" dirty="0">
                <a:ea typeface="+mn-lt"/>
                <a:cs typeface="+mn-lt"/>
              </a:rPr>
              <a:t>BTech Final Year Project </a:t>
            </a:r>
            <a:endParaRPr lang="en-US" sz="7200" b="1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7200" b="1" dirty="0">
                <a:ea typeface="+mn-lt"/>
                <a:cs typeface="+mn-lt"/>
              </a:rPr>
              <a:t>FTR-3</a:t>
            </a:r>
          </a:p>
          <a:p>
            <a:pPr marL="0" indent="0" algn="ctr">
              <a:buNone/>
            </a:pPr>
            <a:r>
              <a:rPr lang="en-US" sz="7200" dirty="0">
                <a:ea typeface="+mn-lt"/>
                <a:cs typeface="+mn-lt"/>
              </a:rPr>
              <a:t>Project Advisor </a:t>
            </a:r>
            <a:endParaRPr lang="en-US" sz="7200">
              <a:ea typeface="Calibri" panose="020F0502020204030204"/>
              <a:cs typeface="Calibri"/>
            </a:endParaRPr>
          </a:p>
          <a:p>
            <a:pPr marL="0" indent="0" algn="ctr">
              <a:buNone/>
            </a:pPr>
            <a:r>
              <a:rPr lang="en-US" sz="7200" b="1" dirty="0" err="1">
                <a:ea typeface="Calibri" panose="020F0502020204030204"/>
                <a:cs typeface="Calibri"/>
              </a:rPr>
              <a:t>Innobytes</a:t>
            </a:r>
            <a:r>
              <a:rPr lang="en-US" sz="7200" b="1" dirty="0">
                <a:ea typeface="Calibri" panose="020F0502020204030204"/>
                <a:cs typeface="Calibri"/>
              </a:rPr>
              <a:t> </a:t>
            </a:r>
            <a:r>
              <a:rPr lang="en-US" sz="7200" b="1" dirty="0" err="1">
                <a:ea typeface="Calibri" panose="020F0502020204030204"/>
                <a:cs typeface="Calibri"/>
              </a:rPr>
              <a:t>Indutry</a:t>
            </a:r>
            <a:r>
              <a:rPr lang="en-US" sz="7200" b="1" dirty="0">
                <a:ea typeface="Calibri" panose="020F0502020204030204"/>
                <a:cs typeface="Calibri"/>
              </a:rPr>
              <a:t> </a:t>
            </a:r>
          </a:p>
          <a:p>
            <a:pPr marL="0" indent="0">
              <a:buNone/>
            </a:pPr>
            <a:r>
              <a:rPr lang="en-US" sz="7200">
                <a:ea typeface="Calibri" panose="020F0502020204030204"/>
                <a:cs typeface="Calibri"/>
              </a:rPr>
              <a:t>                                                                         Sir Sachin deshpande</a:t>
            </a:r>
          </a:p>
          <a:p>
            <a:pPr marL="0" indent="0" algn="ctr">
              <a:buNone/>
            </a:pPr>
            <a:r>
              <a:rPr lang="en-US" sz="7200" dirty="0">
                <a:ea typeface="+mn-lt"/>
                <a:cs typeface="+mn-lt"/>
              </a:rPr>
              <a:t>Presented to Final year project committee Department of Computer Engineering</a:t>
            </a:r>
            <a:endParaRPr lang="en-US" sz="7200">
              <a:ea typeface="Calibri" panose="020F0502020204030204"/>
              <a:cs typeface="Calibri"/>
            </a:endParaRPr>
          </a:p>
          <a:p>
            <a:pPr marL="0" indent="0" algn="ctr">
              <a:buNone/>
            </a:pPr>
            <a:r>
              <a:rPr lang="en-US" sz="7200" b="1" dirty="0">
                <a:ea typeface="+mn-lt"/>
                <a:cs typeface="+mn-lt"/>
              </a:rPr>
              <a:t>Guided by prof. </a:t>
            </a:r>
            <a:r>
              <a:rPr lang="en-US" sz="7200" b="1" dirty="0" err="1">
                <a:ea typeface="+mn-lt"/>
                <a:cs typeface="+mn-lt"/>
              </a:rPr>
              <a:t>S.R.Rathi</a:t>
            </a:r>
            <a:endParaRPr lang="en-US" sz="7200" b="1">
              <a:ea typeface="Calibri" panose="020F0502020204030204"/>
              <a:cs typeface="Calibri"/>
            </a:endParaRPr>
          </a:p>
          <a:p>
            <a:pPr marL="0" indent="0" algn="ctr">
              <a:buNone/>
            </a:pPr>
            <a:r>
              <a:rPr lang="en-US" sz="7200" dirty="0">
                <a:ea typeface="+mn-lt"/>
                <a:cs typeface="+mn-lt"/>
              </a:rPr>
              <a:t>Year 2022-23</a:t>
            </a:r>
            <a:endParaRPr lang="en-US" sz="7200">
              <a:ea typeface="Calibri" panose="020F0502020204030204"/>
              <a:cs typeface="Calibri"/>
            </a:endParaRPr>
          </a:p>
          <a:p>
            <a:pPr marL="0" indent="0">
              <a:buNone/>
            </a:pPr>
            <a:br>
              <a:rPr lang="en-US" dirty="0"/>
            </a:br>
            <a:endParaRPr lang="en-US" sz="2900">
              <a:ea typeface="Calibri" panose="020F0502020204030204"/>
              <a:cs typeface="Calibri"/>
            </a:endParaRPr>
          </a:p>
        </p:txBody>
      </p:sp>
      <p:pic>
        <p:nvPicPr>
          <p:cNvPr id="13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06AAA4A-9B40-AE10-AEE1-24E500C33A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" r="-260"/>
          <a:stretch/>
        </p:blipFill>
        <p:spPr>
          <a:xfrm>
            <a:off x="5257925" y="2174743"/>
            <a:ext cx="1443397" cy="150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16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729314-B6C4-F12B-EC06-CC43D43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            Group Members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48F9DA-A097-7428-5B63-CB8A8B487BD4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2DBA92A-6563-ABB9-DFD7-7044BF88BA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469926"/>
              </p:ext>
            </p:extLst>
          </p:nvPr>
        </p:nvGraphicFramePr>
        <p:xfrm>
          <a:off x="1140314" y="2112579"/>
          <a:ext cx="9935313" cy="419280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116556">
                  <a:extLst>
                    <a:ext uri="{9D8B030D-6E8A-4147-A177-3AD203B41FA5}">
                      <a16:colId xmlns:a16="http://schemas.microsoft.com/office/drawing/2014/main" val="1193307490"/>
                    </a:ext>
                  </a:extLst>
                </a:gridCol>
                <a:gridCol w="2665578">
                  <a:extLst>
                    <a:ext uri="{9D8B030D-6E8A-4147-A177-3AD203B41FA5}">
                      <a16:colId xmlns:a16="http://schemas.microsoft.com/office/drawing/2014/main" val="1718505574"/>
                    </a:ext>
                  </a:extLst>
                </a:gridCol>
                <a:gridCol w="2280749">
                  <a:extLst>
                    <a:ext uri="{9D8B030D-6E8A-4147-A177-3AD203B41FA5}">
                      <a16:colId xmlns:a16="http://schemas.microsoft.com/office/drawing/2014/main" val="3574390426"/>
                    </a:ext>
                  </a:extLst>
                </a:gridCol>
                <a:gridCol w="2872430">
                  <a:extLst>
                    <a:ext uri="{9D8B030D-6E8A-4147-A177-3AD203B41FA5}">
                      <a16:colId xmlns:a16="http://schemas.microsoft.com/office/drawing/2014/main" val="244639768"/>
                    </a:ext>
                  </a:extLst>
                </a:gridCol>
              </a:tblGrid>
              <a:tr h="54872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Sr. No.</a:t>
                      </a:r>
                      <a:endParaRPr lang="en-US" sz="1600" b="1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124710" marB="124710" anchor="b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US" sz="1600" b="1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124710" marB="12471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Roll Number</a:t>
                      </a:r>
                      <a:endParaRPr lang="en-US" sz="1600" b="1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124710" marB="12471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GR Number</a:t>
                      </a:r>
                      <a:endParaRPr lang="en-US" sz="1600" b="1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124710" marB="12471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101937"/>
                  </a:ext>
                </a:extLst>
              </a:tr>
              <a:tr h="72881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Prerana Karande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422080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22020235</a:t>
                      </a:r>
                    </a:p>
                  </a:txBody>
                  <a:tcPr marL="221661" marR="221661" marT="221661" marB="124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667416"/>
                  </a:ext>
                </a:extLst>
              </a:tr>
              <a:tr h="72881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Tanvi Patil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424075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22020282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861"/>
                  </a:ext>
                </a:extLst>
              </a:tr>
              <a:tr h="72881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Preeti </a:t>
                      </a:r>
                      <a:r>
                        <a:rPr lang="en-US" sz="220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Alegaonkar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421081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22020292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23403"/>
                  </a:ext>
                </a:extLst>
              </a:tr>
              <a:tr h="72881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Sakshi </a:t>
                      </a:r>
                      <a:r>
                        <a:rPr lang="en-US" sz="220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Abnave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422076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22020057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66282"/>
                  </a:ext>
                </a:extLst>
              </a:tr>
              <a:tr h="72881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2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Payas </a:t>
                      </a:r>
                      <a:r>
                        <a:rPr lang="en-US" sz="220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Sawane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422057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21910807</a:t>
                      </a:r>
                      <a:endParaRPr lang="en-US" sz="22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1661" marR="221661" marT="221661" marB="124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791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76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26D04-2D6B-A641-C879-699391FCE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Presentation Flow</a:t>
            </a:r>
            <a:endParaRPr lang="en-US" sz="4000">
              <a:solidFill>
                <a:srgbClr val="FFFFFF"/>
              </a:solidFill>
            </a:endParaRPr>
          </a:p>
          <a:p>
            <a:pPr algn="r"/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25668DA-F87B-5F80-AB7E-4D4E4E9A0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r>
              <a:rPr lang="en-US" sz="1700" b="1" dirty="0">
                <a:ea typeface="+mn-lt"/>
                <a:cs typeface="+mn-lt"/>
              </a:rPr>
              <a:t>INTRODUCTION</a:t>
            </a:r>
            <a:endParaRPr lang="en-US" sz="1700" b="1" dirty="0">
              <a:cs typeface="Calibri" panose="020F0502020204030204"/>
            </a:endParaRPr>
          </a:p>
          <a:p>
            <a:r>
              <a:rPr lang="en-US" sz="1700" b="1" dirty="0">
                <a:ea typeface="+mn-lt"/>
                <a:cs typeface="+mn-lt"/>
              </a:rPr>
              <a:t>LITERATURE SURVEY</a:t>
            </a:r>
          </a:p>
          <a:p>
            <a:r>
              <a:rPr lang="en-US" sz="1700" b="1" dirty="0">
                <a:ea typeface="+mn-lt"/>
                <a:cs typeface="Calibri"/>
              </a:rPr>
              <a:t>AIM OF PROJECT</a:t>
            </a:r>
          </a:p>
          <a:p>
            <a:r>
              <a:rPr lang="en-US" sz="1700" b="1" dirty="0">
                <a:ea typeface="+mn-lt"/>
                <a:cs typeface="Calibri"/>
              </a:rPr>
              <a:t>PROBLEM STATEMENT</a:t>
            </a:r>
          </a:p>
          <a:p>
            <a:r>
              <a:rPr lang="en-US" sz="1700" b="1" dirty="0">
                <a:ea typeface="+mn-lt"/>
                <a:cs typeface="Calibri"/>
              </a:rPr>
              <a:t>OBJECTIVES</a:t>
            </a:r>
          </a:p>
          <a:p>
            <a:r>
              <a:rPr lang="en-US" sz="1700" b="1" dirty="0">
                <a:ea typeface="+mn-lt"/>
                <a:cs typeface="+mn-lt"/>
              </a:rPr>
              <a:t>PROJECT PLANNING </a:t>
            </a:r>
            <a:endParaRPr lang="en-US" sz="1700" b="1" dirty="0">
              <a:cs typeface="Calibri"/>
            </a:endParaRPr>
          </a:p>
          <a:p>
            <a:r>
              <a:rPr lang="en-US" sz="1700" b="1" dirty="0">
                <a:ea typeface="+mn-lt"/>
                <a:cs typeface="+mn-lt"/>
              </a:rPr>
              <a:t>PRODUCT PERSPECTIVE:  </a:t>
            </a:r>
            <a:endParaRPr lang="en-US" sz="1700" b="1" dirty="0">
              <a:cs typeface="Calibri"/>
            </a:endParaRPr>
          </a:p>
          <a:p>
            <a:r>
              <a:rPr lang="en-US" sz="1700" b="1" dirty="0">
                <a:ea typeface="+mn-lt"/>
                <a:cs typeface="+mn-lt"/>
              </a:rPr>
              <a:t>PROJECT WORKFLOW</a:t>
            </a:r>
            <a:endParaRPr lang="en-US" sz="1700" b="1" dirty="0">
              <a:cs typeface="Calibri"/>
            </a:endParaRPr>
          </a:p>
          <a:p>
            <a:r>
              <a:rPr lang="en-US" sz="1700" b="1" dirty="0">
                <a:ea typeface="+mn-lt"/>
                <a:cs typeface="+mn-lt"/>
              </a:rPr>
              <a:t>ARCHIETECTURE DIAGRAM/BLOCK DIAGRAM OF YOUR SYSTEM</a:t>
            </a:r>
          </a:p>
          <a:p>
            <a:r>
              <a:rPr lang="en-US" sz="1700" b="1" dirty="0">
                <a:cs typeface="Calibri"/>
              </a:rPr>
              <a:t>DESIGN DIGRAMS FOR YOUR PROJECT</a:t>
            </a:r>
          </a:p>
          <a:p>
            <a:r>
              <a:rPr lang="en-US" sz="1700" b="1" dirty="0">
                <a:ea typeface="+mn-lt"/>
                <a:cs typeface="+mn-lt"/>
              </a:rPr>
              <a:t>NEED OF YOUR SYSTEM</a:t>
            </a:r>
          </a:p>
          <a:p>
            <a:r>
              <a:rPr lang="en-US" sz="1700" b="1" dirty="0">
                <a:ea typeface="+mn-lt"/>
                <a:cs typeface="+mn-lt"/>
              </a:rPr>
              <a:t>ALGORITHMS </a:t>
            </a:r>
          </a:p>
          <a:p>
            <a:r>
              <a:rPr lang="en-US" sz="1700" b="1" dirty="0">
                <a:ea typeface="+mn-lt"/>
                <a:cs typeface="+mn-lt"/>
              </a:rPr>
              <a:t>TECH STACK DETAILS</a:t>
            </a:r>
            <a:endParaRPr lang="en-US" sz="1700" b="1" dirty="0">
              <a:cs typeface="Calibri"/>
            </a:endParaRPr>
          </a:p>
          <a:p>
            <a:r>
              <a:rPr lang="en-US" sz="1700" b="1" dirty="0">
                <a:ea typeface="+mn-lt"/>
                <a:cs typeface="+mn-lt"/>
              </a:rPr>
              <a:t>DATA ANALYSIS: DATASET </a:t>
            </a:r>
            <a:endParaRPr lang="en-US" sz="1700" b="1" dirty="0">
              <a:cs typeface="Calibri"/>
            </a:endParaRPr>
          </a:p>
          <a:p>
            <a:r>
              <a:rPr lang="en-US" sz="1700" b="1" dirty="0">
                <a:ea typeface="+mn-lt"/>
                <a:cs typeface="+mn-lt"/>
              </a:rPr>
              <a:t>REQUIREMENTS ANALYSIS : SOFTWARE &amp; HARDWARE REQUIREMENTS</a:t>
            </a:r>
          </a:p>
          <a:p>
            <a:r>
              <a:rPr lang="en-US" sz="1700" b="1" dirty="0">
                <a:cs typeface="Calibri"/>
              </a:rPr>
              <a:t>IMPLEMENTATION DETAILS</a:t>
            </a:r>
          </a:p>
          <a:p>
            <a:r>
              <a:rPr lang="en-US" sz="1700" b="1" dirty="0">
                <a:cs typeface="Calibri"/>
              </a:rPr>
              <a:t>RESULTS</a:t>
            </a:r>
          </a:p>
          <a:p>
            <a:r>
              <a:rPr lang="en-US" sz="1700" b="1" dirty="0">
                <a:ea typeface="+mn-lt"/>
                <a:cs typeface="+mn-lt"/>
              </a:rPr>
              <a:t>APPLICATIONS</a:t>
            </a:r>
            <a:endParaRPr lang="en-US" sz="1700" b="1" dirty="0">
              <a:cs typeface="Calibri"/>
            </a:endParaRPr>
          </a:p>
          <a:p>
            <a:r>
              <a:rPr lang="en-US" sz="1700" b="1" dirty="0">
                <a:ea typeface="+mn-lt"/>
                <a:cs typeface="+mn-lt"/>
              </a:rPr>
              <a:t>CONCLUSION</a:t>
            </a:r>
          </a:p>
          <a:p>
            <a:r>
              <a:rPr lang="en-US" sz="1700" b="1" dirty="0">
                <a:ea typeface="+mn-lt"/>
                <a:cs typeface="+mn-lt"/>
              </a:rPr>
              <a:t>FUTURE ENHANCEMENTS</a:t>
            </a:r>
            <a:endParaRPr lang="en-US" sz="1700" b="1" dirty="0">
              <a:cs typeface="Calibri"/>
            </a:endParaRPr>
          </a:p>
          <a:p>
            <a:r>
              <a:rPr lang="en-US" sz="1700" b="1" dirty="0">
                <a:ea typeface="+mn-lt"/>
                <a:cs typeface="+mn-lt"/>
              </a:rPr>
              <a:t>REFERENCES</a:t>
            </a:r>
            <a:br>
              <a:rPr lang="en-US" sz="1700" b="1" dirty="0"/>
            </a:br>
            <a:endParaRPr lang="en-US" sz="1700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1420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98A3-4E2D-0CC4-9785-8B520F1CD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6AD63-6B2A-A31C-46B4-549B27CC18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3CEDD-62DF-C9C3-B1E5-5476817724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812" y="3858342"/>
            <a:ext cx="4315131" cy="287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47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8D65AE91-BB04-7342-C7F9-A5AAFE14CC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9" r="16978" b="885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623A3-A65F-DFCC-71BA-EDE0E2A66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728" y="628673"/>
            <a:ext cx="7221614" cy="397686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/>
              <a:t>             Title </a:t>
            </a:r>
            <a:br>
              <a:rPr lang="en-US" sz="4800" b="1"/>
            </a:br>
            <a:br>
              <a:rPr lang="en-US" sz="4800" b="1"/>
            </a:br>
            <a:r>
              <a:rPr lang="en-US" sz="4800" b="1"/>
              <a:t>Quality Auto Services</a:t>
            </a:r>
            <a:endParaRPr lang="en-US" sz="4800" b="1">
              <a:cs typeface="Calibri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58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A866F0E-F54B-4BF5-8A88-7D97BD45F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29EC50-E910-4AE2-9EEA-604A81EF6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941221 w 12192000"/>
              <a:gd name="connsiteY0" fmla="*/ 2015186 h 6858000"/>
              <a:gd name="connsiteX1" fmla="*/ 6907857 w 12192000"/>
              <a:gd name="connsiteY1" fmla="*/ 2033351 h 6858000"/>
              <a:gd name="connsiteX2" fmla="*/ 7093700 w 12192000"/>
              <a:gd name="connsiteY2" fmla="*/ 2101457 h 6858000"/>
              <a:gd name="connsiteX3" fmla="*/ 6803079 w 12192000"/>
              <a:gd name="connsiteY3" fmla="*/ 2065612 h 6858000"/>
              <a:gd name="connsiteX4" fmla="*/ 6798115 w 12192000"/>
              <a:gd name="connsiteY4" fmla="*/ 2088772 h 6858000"/>
              <a:gd name="connsiteX5" fmla="*/ 7128167 w 12192000"/>
              <a:gd name="connsiteY5" fmla="*/ 2176455 h 6858000"/>
              <a:gd name="connsiteX6" fmla="*/ 7098663 w 12192000"/>
              <a:gd name="connsiteY6" fmla="*/ 2189968 h 6858000"/>
              <a:gd name="connsiteX7" fmla="*/ 6923298 w 12192000"/>
              <a:gd name="connsiteY7" fmla="*/ 2156052 h 6858000"/>
              <a:gd name="connsiteX8" fmla="*/ 6888004 w 12192000"/>
              <a:gd name="connsiteY8" fmla="*/ 2164875 h 6858000"/>
              <a:gd name="connsiteX9" fmla="*/ 6905375 w 12192000"/>
              <a:gd name="connsiteY9" fmla="*/ 2205958 h 6858000"/>
              <a:gd name="connsiteX10" fmla="*/ 6981477 w 12192000"/>
              <a:gd name="connsiteY10" fmla="*/ 2221951 h 6858000"/>
              <a:gd name="connsiteX11" fmla="*/ 7100043 w 12192000"/>
              <a:gd name="connsiteY11" fmla="*/ 2318459 h 6858000"/>
              <a:gd name="connsiteX12" fmla="*/ 6920540 w 12192000"/>
              <a:gd name="connsiteY12" fmla="*/ 2306877 h 6858000"/>
              <a:gd name="connsiteX13" fmla="*/ 6888831 w 12192000"/>
              <a:gd name="connsiteY13" fmla="*/ 2330314 h 6858000"/>
              <a:gd name="connsiteX14" fmla="*/ 6876698 w 12192000"/>
              <a:gd name="connsiteY14" fmla="*/ 2360645 h 6858000"/>
              <a:gd name="connsiteX15" fmla="*/ 6807214 w 12192000"/>
              <a:gd name="connsiteY15" fmla="*/ 2385736 h 6858000"/>
              <a:gd name="connsiteX16" fmla="*/ 6916405 w 12192000"/>
              <a:gd name="connsiteY16" fmla="*/ 2413862 h 6858000"/>
              <a:gd name="connsiteX17" fmla="*/ 6799770 w 12192000"/>
              <a:gd name="connsiteY17" fmla="*/ 2413862 h 6858000"/>
              <a:gd name="connsiteX18" fmla="*/ 6665762 w 12192000"/>
              <a:gd name="connsiteY18" fmla="*/ 2394561 h 6858000"/>
              <a:gd name="connsiteX19" fmla="*/ 6522933 w 12192000"/>
              <a:gd name="connsiteY19" fmla="*/ 2400626 h 6858000"/>
              <a:gd name="connsiteX20" fmla="*/ 6237275 w 12192000"/>
              <a:gd name="connsiteY20" fmla="*/ 2365057 h 6858000"/>
              <a:gd name="connsiteX21" fmla="*/ 6101338 w 12192000"/>
              <a:gd name="connsiteY21" fmla="*/ 2367538 h 6858000"/>
              <a:gd name="connsiteX22" fmla="*/ 6857121 w 12192000"/>
              <a:gd name="connsiteY22" fmla="*/ 2606875 h 6858000"/>
              <a:gd name="connsiteX23" fmla="*/ 6818519 w 12192000"/>
              <a:gd name="connsiteY23" fmla="*/ 2659539 h 6858000"/>
              <a:gd name="connsiteX24" fmla="*/ 6976790 w 12192000"/>
              <a:gd name="connsiteY24" fmla="*/ 2716892 h 6858000"/>
              <a:gd name="connsiteX25" fmla="*/ 7015669 w 12192000"/>
              <a:gd name="connsiteY25" fmla="*/ 2773693 h 6858000"/>
              <a:gd name="connsiteX26" fmla="*/ 6966864 w 12192000"/>
              <a:gd name="connsiteY26" fmla="*/ 2768730 h 6858000"/>
              <a:gd name="connsiteX27" fmla="*/ 6924953 w 12192000"/>
              <a:gd name="connsiteY27" fmla="*/ 2779483 h 6858000"/>
              <a:gd name="connsiteX28" fmla="*/ 6942323 w 12192000"/>
              <a:gd name="connsiteY28" fmla="*/ 2851726 h 6858000"/>
              <a:gd name="connsiteX29" fmla="*/ 7165943 w 12192000"/>
              <a:gd name="connsiteY29" fmla="*/ 2944924 h 6858000"/>
              <a:gd name="connsiteX30" fmla="*/ 7186071 w 12192000"/>
              <a:gd name="connsiteY30" fmla="*/ 2975254 h 6858000"/>
              <a:gd name="connsiteX31" fmla="*/ 7159325 w 12192000"/>
              <a:gd name="connsiteY31" fmla="*/ 2996762 h 6858000"/>
              <a:gd name="connsiteX32" fmla="*/ 7087082 w 12192000"/>
              <a:gd name="connsiteY32" fmla="*/ 3007790 h 6858000"/>
              <a:gd name="connsiteX33" fmla="*/ 7188276 w 12192000"/>
              <a:gd name="connsiteY33" fmla="*/ 3111191 h 6858000"/>
              <a:gd name="connsiteX34" fmla="*/ 7225225 w 12192000"/>
              <a:gd name="connsiteY34" fmla="*/ 3139866 h 6858000"/>
              <a:gd name="connsiteX35" fmla="*/ 7288368 w 12192000"/>
              <a:gd name="connsiteY35" fmla="*/ 3184260 h 6858000"/>
              <a:gd name="connsiteX36" fmla="*/ 7289471 w 12192000"/>
              <a:gd name="connsiteY36" fmla="*/ 3197771 h 6858000"/>
              <a:gd name="connsiteX37" fmla="*/ 7203442 w 12192000"/>
              <a:gd name="connsiteY37" fmla="*/ 3245472 h 6858000"/>
              <a:gd name="connsiteX38" fmla="*/ 7048205 w 12192000"/>
              <a:gd name="connsiteY38" fmla="*/ 3232512 h 6858000"/>
              <a:gd name="connsiteX39" fmla="*/ 7277614 w 12192000"/>
              <a:gd name="connsiteY39" fmla="*/ 3303652 h 6858000"/>
              <a:gd name="connsiteX40" fmla="*/ 6535066 w 12192000"/>
              <a:gd name="connsiteY40" fmla="*/ 3134077 h 6858000"/>
              <a:gd name="connsiteX41" fmla="*/ 6582492 w 12192000"/>
              <a:gd name="connsiteY41" fmla="*/ 3178469 h 6858000"/>
              <a:gd name="connsiteX42" fmla="*/ 6842233 w 12192000"/>
              <a:gd name="connsiteY42" fmla="*/ 3295379 h 6858000"/>
              <a:gd name="connsiteX43" fmla="*/ 6915853 w 12192000"/>
              <a:gd name="connsiteY43" fmla="*/ 3368725 h 6858000"/>
              <a:gd name="connsiteX44" fmla="*/ 6993058 w 12192000"/>
              <a:gd name="connsiteY44" fmla="*/ 3409257 h 6858000"/>
              <a:gd name="connsiteX45" fmla="*/ 7101421 w 12192000"/>
              <a:gd name="connsiteY45" fmla="*/ 3408430 h 6858000"/>
              <a:gd name="connsiteX46" fmla="*/ 7178350 w 12192000"/>
              <a:gd name="connsiteY46" fmla="*/ 3470746 h 6858000"/>
              <a:gd name="connsiteX47" fmla="*/ 7098112 w 12192000"/>
              <a:gd name="connsiteY47" fmla="*/ 3483982 h 6858000"/>
              <a:gd name="connsiteX48" fmla="*/ 7004088 w 12192000"/>
              <a:gd name="connsiteY48" fmla="*/ 3473780 h 6858000"/>
              <a:gd name="connsiteX49" fmla="*/ 6801147 w 12192000"/>
              <a:gd name="connsiteY49" fmla="*/ 3477087 h 6858000"/>
              <a:gd name="connsiteX50" fmla="*/ 6684788 w 12192000"/>
              <a:gd name="connsiteY50" fmla="*/ 3489220 h 6858000"/>
              <a:gd name="connsiteX51" fmla="*/ 6417328 w 12192000"/>
              <a:gd name="connsiteY51" fmla="*/ 3468539 h 6858000"/>
              <a:gd name="connsiteX52" fmla="*/ 6433045 w 12192000"/>
              <a:gd name="connsiteY52" fmla="*/ 3521481 h 6858000"/>
              <a:gd name="connsiteX53" fmla="*/ 6423117 w 12192000"/>
              <a:gd name="connsiteY53" fmla="*/ 3567527 h 6858000"/>
              <a:gd name="connsiteX54" fmla="*/ 6419258 w 12192000"/>
              <a:gd name="connsiteY54" fmla="*/ 3667620 h 6858000"/>
              <a:gd name="connsiteX55" fmla="*/ 6421740 w 12192000"/>
              <a:gd name="connsiteY55" fmla="*/ 3683888 h 6858000"/>
              <a:gd name="connsiteX56" fmla="*/ 6361906 w 12192000"/>
              <a:gd name="connsiteY56" fmla="*/ 3694366 h 6858000"/>
              <a:gd name="connsiteX57" fmla="*/ 6718429 w 12192000"/>
              <a:gd name="connsiteY57" fmla="*/ 3902544 h 6858000"/>
              <a:gd name="connsiteX58" fmla="*/ 6480195 w 12192000"/>
              <a:gd name="connsiteY58" fmla="*/ 3849603 h 6858000"/>
              <a:gd name="connsiteX59" fmla="*/ 6447934 w 12192000"/>
              <a:gd name="connsiteY59" fmla="*/ 3937011 h 6858000"/>
              <a:gd name="connsiteX60" fmla="*/ 6559882 w 12192000"/>
              <a:gd name="connsiteY60" fmla="*/ 4014767 h 6858000"/>
              <a:gd name="connsiteX61" fmla="*/ 6601241 w 12192000"/>
              <a:gd name="connsiteY61" fmla="*/ 4168626 h 6858000"/>
              <a:gd name="connsiteX62" fmla="*/ 6581113 w 12192000"/>
              <a:gd name="connsiteY62" fmla="*/ 4309250 h 6858000"/>
              <a:gd name="connsiteX63" fmla="*/ 6533136 w 12192000"/>
              <a:gd name="connsiteY63" fmla="*/ 4353918 h 6858000"/>
              <a:gd name="connsiteX64" fmla="*/ 6463651 w 12192000"/>
              <a:gd name="connsiteY64" fmla="*/ 4434156 h 6858000"/>
              <a:gd name="connsiteX65" fmla="*/ 6420637 w 12192000"/>
              <a:gd name="connsiteY65" fmla="*/ 4483787 h 6858000"/>
              <a:gd name="connsiteX66" fmla="*/ 6271190 w 12192000"/>
              <a:gd name="connsiteY66" fmla="*/ 4464487 h 6858000"/>
              <a:gd name="connsiteX67" fmla="*/ 6470545 w 12192000"/>
              <a:gd name="connsiteY67" fmla="*/ 4590498 h 6858000"/>
              <a:gd name="connsiteX68" fmla="*/ 6308965 w 12192000"/>
              <a:gd name="connsiteY68" fmla="*/ 4574780 h 6858000"/>
              <a:gd name="connsiteX69" fmla="*/ 6256301 w 12192000"/>
              <a:gd name="connsiteY69" fmla="*/ 4583603 h 6858000"/>
              <a:gd name="connsiteX70" fmla="*/ 6286354 w 12192000"/>
              <a:gd name="connsiteY70" fmla="*/ 4624412 h 6858000"/>
              <a:gd name="connsiteX71" fmla="*/ 6404920 w 12192000"/>
              <a:gd name="connsiteY71" fmla="*/ 4693621 h 6858000"/>
              <a:gd name="connsiteX72" fmla="*/ 6649220 w 12192000"/>
              <a:gd name="connsiteY72" fmla="*/ 4881120 h 6858000"/>
              <a:gd name="connsiteX73" fmla="*/ 6412640 w 12192000"/>
              <a:gd name="connsiteY73" fmla="*/ 4795092 h 6858000"/>
              <a:gd name="connsiteX74" fmla="*/ 6661902 w 12192000"/>
              <a:gd name="connsiteY74" fmla="*/ 4987828 h 6858000"/>
              <a:gd name="connsiteX75" fmla="*/ 6717325 w 12192000"/>
              <a:gd name="connsiteY75" fmla="*/ 5051798 h 6858000"/>
              <a:gd name="connsiteX76" fmla="*/ 6829272 w 12192000"/>
              <a:gd name="connsiteY76" fmla="*/ 5210619 h 6858000"/>
              <a:gd name="connsiteX77" fmla="*/ 6823757 w 12192000"/>
              <a:gd name="connsiteY77" fmla="*/ 5228542 h 6858000"/>
              <a:gd name="connsiteX78" fmla="*/ 6694439 w 12192000"/>
              <a:gd name="connsiteY78" fmla="*/ 5202899 h 6858000"/>
              <a:gd name="connsiteX79" fmla="*/ 6862085 w 12192000"/>
              <a:gd name="connsiteY79" fmla="*/ 5336355 h 6858000"/>
              <a:gd name="connsiteX80" fmla="*/ 7035246 w 12192000"/>
              <a:gd name="connsiteY80" fmla="*/ 5438926 h 6858000"/>
              <a:gd name="connsiteX81" fmla="*/ 6912268 w 12192000"/>
              <a:gd name="connsiteY81" fmla="*/ 5423210 h 6858000"/>
              <a:gd name="connsiteX82" fmla="*/ 6743244 w 12192000"/>
              <a:gd name="connsiteY82" fmla="*/ 5364479 h 6858000"/>
              <a:gd name="connsiteX83" fmla="*/ 6684513 w 12192000"/>
              <a:gd name="connsiteY83" fmla="*/ 5386538 h 6858000"/>
              <a:gd name="connsiteX84" fmla="*/ 6844713 w 12192000"/>
              <a:gd name="connsiteY84" fmla="*/ 5483595 h 6858000"/>
              <a:gd name="connsiteX85" fmla="*/ 6936533 w 12192000"/>
              <a:gd name="connsiteY85" fmla="*/ 5528541 h 6858000"/>
              <a:gd name="connsiteX86" fmla="*/ 6973204 w 12192000"/>
              <a:gd name="connsiteY86" fmla="*/ 5563007 h 6858000"/>
              <a:gd name="connsiteX87" fmla="*/ 7077983 w 12192000"/>
              <a:gd name="connsiteY87" fmla="*/ 5685983 h 6858000"/>
              <a:gd name="connsiteX88" fmla="*/ 7385702 w 12192000"/>
              <a:gd name="connsiteY88" fmla="*/ 5820265 h 6858000"/>
              <a:gd name="connsiteX89" fmla="*/ 7673565 w 12192000"/>
              <a:gd name="connsiteY89" fmla="*/ 5987085 h 6858000"/>
              <a:gd name="connsiteX90" fmla="*/ 7898289 w 12192000"/>
              <a:gd name="connsiteY90" fmla="*/ 6091035 h 6858000"/>
              <a:gd name="connsiteX91" fmla="*/ 8466299 w 12192000"/>
              <a:gd name="connsiteY91" fmla="*/ 6224765 h 6858000"/>
              <a:gd name="connsiteX92" fmla="*/ 10620599 w 12192000"/>
              <a:gd name="connsiteY92" fmla="*/ 5317605 h 6858000"/>
              <a:gd name="connsiteX93" fmla="*/ 10647894 w 12192000"/>
              <a:gd name="connsiteY93" fmla="*/ 5290581 h 6858000"/>
              <a:gd name="connsiteX94" fmla="*/ 10752398 w 12192000"/>
              <a:gd name="connsiteY94" fmla="*/ 5188838 h 6858000"/>
              <a:gd name="connsiteX95" fmla="*/ 10841186 w 12192000"/>
              <a:gd name="connsiteY95" fmla="*/ 5097293 h 6858000"/>
              <a:gd name="connsiteX96" fmla="*/ 10794861 w 12192000"/>
              <a:gd name="connsiteY96" fmla="*/ 5066412 h 6858000"/>
              <a:gd name="connsiteX97" fmla="*/ 10857454 w 12192000"/>
              <a:gd name="connsiteY97" fmla="*/ 4979004 h 6858000"/>
              <a:gd name="connsiteX98" fmla="*/ 11056532 w 12192000"/>
              <a:gd name="connsiteY98" fmla="*/ 4709613 h 6858000"/>
              <a:gd name="connsiteX99" fmla="*/ 11143939 w 12192000"/>
              <a:gd name="connsiteY99" fmla="*/ 4650332 h 6858000"/>
              <a:gd name="connsiteX100" fmla="*/ 11250372 w 12192000"/>
              <a:gd name="connsiteY100" fmla="*/ 4501160 h 6858000"/>
              <a:gd name="connsiteX101" fmla="*/ 11265538 w 12192000"/>
              <a:gd name="connsiteY101" fmla="*/ 4466694 h 6858000"/>
              <a:gd name="connsiteX102" fmla="*/ 11243755 w 12192000"/>
              <a:gd name="connsiteY102" fmla="*/ 4422850 h 6858000"/>
              <a:gd name="connsiteX103" fmla="*/ 11227486 w 12192000"/>
              <a:gd name="connsiteY103" fmla="*/ 4378734 h 6858000"/>
              <a:gd name="connsiteX104" fmla="*/ 11248718 w 12192000"/>
              <a:gd name="connsiteY104" fmla="*/ 4365774 h 6858000"/>
              <a:gd name="connsiteX105" fmla="*/ 11385204 w 12192000"/>
              <a:gd name="connsiteY105" fmla="*/ 4343440 h 6858000"/>
              <a:gd name="connsiteX106" fmla="*/ 11306070 w 12192000"/>
              <a:gd name="connsiteY106" fmla="*/ 4259618 h 6858000"/>
              <a:gd name="connsiteX107" fmla="*/ 11166550 w 12192000"/>
              <a:gd name="connsiteY107" fmla="*/ 4134711 h 6858000"/>
              <a:gd name="connsiteX108" fmla="*/ 11103130 w 12192000"/>
              <a:gd name="connsiteY108" fmla="*/ 4045924 h 6858000"/>
              <a:gd name="connsiteX109" fmla="*/ 11095686 w 12192000"/>
              <a:gd name="connsiteY109" fmla="*/ 3966514 h 6858000"/>
              <a:gd name="connsiteX110" fmla="*/ 10971054 w 12192000"/>
              <a:gd name="connsiteY110" fmla="*/ 3919640 h 6858000"/>
              <a:gd name="connsiteX111" fmla="*/ 11088241 w 12192000"/>
              <a:gd name="connsiteY111" fmla="*/ 3751718 h 6858000"/>
              <a:gd name="connsiteX112" fmla="*/ 11100098 w 12192000"/>
              <a:gd name="connsiteY112" fmla="*/ 3716977 h 6858000"/>
              <a:gd name="connsiteX113" fmla="*/ 11029786 w 12192000"/>
              <a:gd name="connsiteY113" fmla="*/ 3592621 h 6858000"/>
              <a:gd name="connsiteX114" fmla="*/ 11018206 w 12192000"/>
              <a:gd name="connsiteY114" fmla="*/ 3572767 h 6858000"/>
              <a:gd name="connsiteX115" fmla="*/ 10992287 w 12192000"/>
              <a:gd name="connsiteY115" fmla="*/ 3533061 h 6858000"/>
              <a:gd name="connsiteX116" fmla="*/ 10917838 w 12192000"/>
              <a:gd name="connsiteY116" fmla="*/ 3523410 h 6858000"/>
              <a:gd name="connsiteX117" fmla="*/ 10956441 w 12192000"/>
              <a:gd name="connsiteY117" fmla="*/ 3495287 h 6858000"/>
              <a:gd name="connsiteX118" fmla="*/ 11031442 w 12192000"/>
              <a:gd name="connsiteY118" fmla="*/ 3400159 h 6858000"/>
              <a:gd name="connsiteX119" fmla="*/ 10981533 w 12192000"/>
              <a:gd name="connsiteY119" fmla="*/ 3309166 h 6858000"/>
              <a:gd name="connsiteX120" fmla="*/ 10978225 w 12192000"/>
              <a:gd name="connsiteY120" fmla="*/ 3258982 h 6858000"/>
              <a:gd name="connsiteX121" fmla="*/ 11062322 w 12192000"/>
              <a:gd name="connsiteY121" fmla="*/ 3194737 h 6858000"/>
              <a:gd name="connsiteX122" fmla="*/ 11125742 w 12192000"/>
              <a:gd name="connsiteY122" fmla="*/ 3169370 h 6858000"/>
              <a:gd name="connsiteX123" fmla="*/ 11154968 w 12192000"/>
              <a:gd name="connsiteY123" fmla="*/ 3132974 h 6858000"/>
              <a:gd name="connsiteX124" fmla="*/ 11120502 w 12192000"/>
              <a:gd name="connsiteY124" fmla="*/ 3102642 h 6858000"/>
              <a:gd name="connsiteX125" fmla="*/ 10967470 w 12192000"/>
              <a:gd name="connsiteY125" fmla="*/ 3030401 h 6858000"/>
              <a:gd name="connsiteX126" fmla="*/ 11049914 w 12192000"/>
              <a:gd name="connsiteY126" fmla="*/ 2970015 h 6858000"/>
              <a:gd name="connsiteX127" fmla="*/ 10618944 w 12192000"/>
              <a:gd name="connsiteY127" fmla="*/ 2685183 h 6858000"/>
              <a:gd name="connsiteX128" fmla="*/ 10566830 w 12192000"/>
              <a:gd name="connsiteY128" fmla="*/ 2641617 h 6858000"/>
              <a:gd name="connsiteX129" fmla="*/ 10290271 w 12192000"/>
              <a:gd name="connsiteY129" fmla="*/ 2536011 h 6858000"/>
              <a:gd name="connsiteX130" fmla="*/ 10005715 w 12192000"/>
              <a:gd name="connsiteY130" fmla="*/ 2461288 h 6858000"/>
              <a:gd name="connsiteX131" fmla="*/ 10203414 w 12192000"/>
              <a:gd name="connsiteY131" fmla="*/ 2303568 h 6858000"/>
              <a:gd name="connsiteX132" fmla="*/ 9901487 w 12192000"/>
              <a:gd name="connsiteY132" fmla="*/ 2266895 h 6858000"/>
              <a:gd name="connsiteX133" fmla="*/ 9871984 w 12192000"/>
              <a:gd name="connsiteY133" fmla="*/ 2267999 h 6858000"/>
              <a:gd name="connsiteX134" fmla="*/ 9279158 w 12192000"/>
              <a:gd name="connsiteY134" fmla="*/ 2243734 h 6858000"/>
              <a:gd name="connsiteX135" fmla="*/ 8429350 w 12192000"/>
              <a:gd name="connsiteY135" fmla="*/ 2163219 h 6858000"/>
              <a:gd name="connsiteX136" fmla="*/ 7725955 w 12192000"/>
              <a:gd name="connsiteY136" fmla="*/ 2114967 h 6858000"/>
              <a:gd name="connsiteX137" fmla="*/ 6977065 w 12192000"/>
              <a:gd name="connsiteY137" fmla="*/ 2021218 h 6858000"/>
              <a:gd name="connsiteX138" fmla="*/ 6941221 w 12192000"/>
              <a:gd name="connsiteY138" fmla="*/ 201518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6941221" y="2015186"/>
                </a:moveTo>
                <a:cubicBezTo>
                  <a:pt x="6929158" y="2014876"/>
                  <a:pt x="6917508" y="2018599"/>
                  <a:pt x="6907857" y="2033351"/>
                </a:cubicBezTo>
                <a:cubicBezTo>
                  <a:pt x="6959143" y="2072228"/>
                  <a:pt x="7024491" y="2057614"/>
                  <a:pt x="7093700" y="2101457"/>
                </a:cubicBezTo>
                <a:cubicBezTo>
                  <a:pt x="6981202" y="2087669"/>
                  <a:pt x="6892139" y="2076639"/>
                  <a:pt x="6803079" y="2065612"/>
                </a:cubicBezTo>
                <a:cubicBezTo>
                  <a:pt x="6801424" y="2073332"/>
                  <a:pt x="6799770" y="2081052"/>
                  <a:pt x="6798115" y="2088772"/>
                </a:cubicBezTo>
                <a:cubicBezTo>
                  <a:pt x="6911993" y="2105040"/>
                  <a:pt x="7017322" y="2146951"/>
                  <a:pt x="7128167" y="2176455"/>
                </a:cubicBezTo>
                <a:cubicBezTo>
                  <a:pt x="7117964" y="2194655"/>
                  <a:pt x="7107764" y="2191070"/>
                  <a:pt x="7098663" y="2189968"/>
                </a:cubicBezTo>
                <a:cubicBezTo>
                  <a:pt x="7039381" y="2182798"/>
                  <a:pt x="6980099" y="2175629"/>
                  <a:pt x="6923298" y="2156052"/>
                </a:cubicBezTo>
                <a:cubicBezTo>
                  <a:pt x="6910614" y="2151639"/>
                  <a:pt x="6895172" y="2151639"/>
                  <a:pt x="6888004" y="2164875"/>
                </a:cubicBezTo>
                <a:cubicBezTo>
                  <a:pt x="6877801" y="2183625"/>
                  <a:pt x="6892414" y="2195758"/>
                  <a:pt x="6905375" y="2205958"/>
                </a:cubicBezTo>
                <a:cubicBezTo>
                  <a:pt x="6927985" y="2223606"/>
                  <a:pt x="6955282" y="2218643"/>
                  <a:pt x="6981477" y="2221951"/>
                </a:cubicBezTo>
                <a:cubicBezTo>
                  <a:pt x="7051237" y="2230499"/>
                  <a:pt x="7084601" y="2257245"/>
                  <a:pt x="7100043" y="2318459"/>
                </a:cubicBezTo>
                <a:cubicBezTo>
                  <a:pt x="7038829" y="2293642"/>
                  <a:pt x="6979822" y="2324249"/>
                  <a:pt x="6920540" y="2306877"/>
                </a:cubicBezTo>
                <a:cubicBezTo>
                  <a:pt x="6905099" y="2302466"/>
                  <a:pt x="6880559" y="2309083"/>
                  <a:pt x="6888831" y="2330314"/>
                </a:cubicBezTo>
                <a:cubicBezTo>
                  <a:pt x="6896552" y="2350168"/>
                  <a:pt x="6922195" y="2364505"/>
                  <a:pt x="6876698" y="2360645"/>
                </a:cubicBezTo>
                <a:cubicBezTo>
                  <a:pt x="6844163" y="2357887"/>
                  <a:pt x="6780468" y="2380223"/>
                  <a:pt x="6807214" y="2385736"/>
                </a:cubicBezTo>
                <a:cubicBezTo>
                  <a:pt x="6840853" y="2392631"/>
                  <a:pt x="6873666" y="2402557"/>
                  <a:pt x="6916405" y="2413862"/>
                </a:cubicBezTo>
                <a:cubicBezTo>
                  <a:pt x="6869254" y="2432335"/>
                  <a:pt x="6835338" y="2428475"/>
                  <a:pt x="6799770" y="2413862"/>
                </a:cubicBezTo>
                <a:cubicBezTo>
                  <a:pt x="6756756" y="2396214"/>
                  <a:pt x="6700781" y="2374708"/>
                  <a:pt x="6665762" y="2394561"/>
                </a:cubicBezTo>
                <a:cubicBezTo>
                  <a:pt x="6613373" y="2424340"/>
                  <a:pt x="6569807" y="2405589"/>
                  <a:pt x="6522933" y="2400626"/>
                </a:cubicBezTo>
                <a:cubicBezTo>
                  <a:pt x="6427531" y="2390424"/>
                  <a:pt x="6332953" y="2373328"/>
                  <a:pt x="6237275" y="2365057"/>
                </a:cubicBezTo>
                <a:cubicBezTo>
                  <a:pt x="6198948" y="2361748"/>
                  <a:pt x="6157588" y="2346032"/>
                  <a:pt x="6101338" y="2367538"/>
                </a:cubicBezTo>
                <a:cubicBezTo>
                  <a:pt x="6356116" y="2477556"/>
                  <a:pt x="6629642" y="2470664"/>
                  <a:pt x="6857121" y="2606875"/>
                </a:cubicBezTo>
                <a:cubicBezTo>
                  <a:pt x="6847471" y="2619834"/>
                  <a:pt x="6798391" y="2656782"/>
                  <a:pt x="6818519" y="2659539"/>
                </a:cubicBezTo>
                <a:cubicBezTo>
                  <a:pt x="6875044" y="2667537"/>
                  <a:pt x="6925227" y="2694558"/>
                  <a:pt x="6976790" y="2716892"/>
                </a:cubicBezTo>
                <a:cubicBezTo>
                  <a:pt x="6999125" y="2726543"/>
                  <a:pt x="7026146" y="2739227"/>
                  <a:pt x="7015669" y="2773693"/>
                </a:cubicBezTo>
                <a:cubicBezTo>
                  <a:pt x="6996642" y="2783343"/>
                  <a:pt x="6982580" y="2769833"/>
                  <a:pt x="6966864" y="2768730"/>
                </a:cubicBezTo>
                <a:cubicBezTo>
                  <a:pt x="6950871" y="2767628"/>
                  <a:pt x="6915025" y="2774796"/>
                  <a:pt x="6924953" y="2779483"/>
                </a:cubicBezTo>
                <a:cubicBezTo>
                  <a:pt x="6970172" y="2800715"/>
                  <a:pt x="6888831" y="2851726"/>
                  <a:pt x="6942323" y="2851726"/>
                </a:cubicBezTo>
                <a:cubicBezTo>
                  <a:pt x="7031937" y="2852001"/>
                  <a:pt x="7079638" y="2942441"/>
                  <a:pt x="7165943" y="2944924"/>
                </a:cubicBezTo>
                <a:cubicBezTo>
                  <a:pt x="7179728" y="2945198"/>
                  <a:pt x="7186346" y="2961191"/>
                  <a:pt x="7186071" y="2975254"/>
                </a:cubicBezTo>
                <a:cubicBezTo>
                  <a:pt x="7186071" y="2992074"/>
                  <a:pt x="7173387" y="2995107"/>
                  <a:pt x="7159325" y="2996762"/>
                </a:cubicBezTo>
                <a:cubicBezTo>
                  <a:pt x="7137817" y="2999242"/>
                  <a:pt x="7115483" y="2975254"/>
                  <a:pt x="7087082" y="3007790"/>
                </a:cubicBezTo>
                <a:cubicBezTo>
                  <a:pt x="7138094" y="3026815"/>
                  <a:pt x="7189103" y="3045842"/>
                  <a:pt x="7188276" y="3111191"/>
                </a:cubicBezTo>
                <a:cubicBezTo>
                  <a:pt x="7188001" y="3128836"/>
                  <a:pt x="7209232" y="3135454"/>
                  <a:pt x="7225225" y="3139866"/>
                </a:cubicBezTo>
                <a:cubicBezTo>
                  <a:pt x="7251696" y="3147036"/>
                  <a:pt x="7274028" y="3159720"/>
                  <a:pt x="7288368" y="3184260"/>
                </a:cubicBezTo>
                <a:cubicBezTo>
                  <a:pt x="7288092" y="3188948"/>
                  <a:pt x="7287816" y="3193910"/>
                  <a:pt x="7289471" y="3197771"/>
                </a:cubicBezTo>
                <a:cubicBezTo>
                  <a:pt x="7284784" y="3257053"/>
                  <a:pt x="7246181" y="3255398"/>
                  <a:pt x="7203442" y="3245472"/>
                </a:cubicBezTo>
                <a:cubicBezTo>
                  <a:pt x="7152432" y="3233340"/>
                  <a:pt x="7101973" y="3211281"/>
                  <a:pt x="7048205" y="3232512"/>
                </a:cubicBezTo>
                <a:cubicBezTo>
                  <a:pt x="7124032" y="3260913"/>
                  <a:pt x="7206475" y="3263118"/>
                  <a:pt x="7277614" y="3303652"/>
                </a:cubicBezTo>
                <a:cubicBezTo>
                  <a:pt x="7017322" y="3311097"/>
                  <a:pt x="6787361" y="3183155"/>
                  <a:pt x="6535066" y="3134077"/>
                </a:cubicBezTo>
                <a:cubicBezTo>
                  <a:pt x="6543614" y="3166887"/>
                  <a:pt x="6564017" y="3173505"/>
                  <a:pt x="6582492" y="3178469"/>
                </a:cubicBezTo>
                <a:cubicBezTo>
                  <a:pt x="6675690" y="3203286"/>
                  <a:pt x="6757305" y="3252642"/>
                  <a:pt x="6842233" y="3295379"/>
                </a:cubicBezTo>
                <a:cubicBezTo>
                  <a:pt x="6877249" y="3313026"/>
                  <a:pt x="6902618" y="3330674"/>
                  <a:pt x="6915853" y="3368725"/>
                </a:cubicBezTo>
                <a:cubicBezTo>
                  <a:pt x="6927710" y="3403192"/>
                  <a:pt x="6950596" y="3419185"/>
                  <a:pt x="6993058" y="3409257"/>
                </a:cubicBezTo>
                <a:cubicBezTo>
                  <a:pt x="7027524" y="3400985"/>
                  <a:pt x="7065299" y="3405397"/>
                  <a:pt x="7101421" y="3408430"/>
                </a:cubicBezTo>
                <a:cubicBezTo>
                  <a:pt x="7143057" y="3411739"/>
                  <a:pt x="7189655" y="3450618"/>
                  <a:pt x="7178350" y="3470746"/>
                </a:cubicBezTo>
                <a:cubicBezTo>
                  <a:pt x="7159050" y="3504937"/>
                  <a:pt x="7126789" y="3487842"/>
                  <a:pt x="7098112" y="3483982"/>
                </a:cubicBezTo>
                <a:cubicBezTo>
                  <a:pt x="7065575" y="3479295"/>
                  <a:pt x="7005191" y="3469643"/>
                  <a:pt x="7004088" y="3473780"/>
                </a:cubicBezTo>
                <a:cubicBezTo>
                  <a:pt x="6982854" y="3559532"/>
                  <a:pt x="6833408" y="3484809"/>
                  <a:pt x="6801147" y="3477087"/>
                </a:cubicBezTo>
                <a:cubicBezTo>
                  <a:pt x="6760891" y="3467437"/>
                  <a:pt x="6723115" y="3485085"/>
                  <a:pt x="6684788" y="3489220"/>
                </a:cubicBezTo>
                <a:cubicBezTo>
                  <a:pt x="6650597" y="3493080"/>
                  <a:pt x="6457309" y="3504937"/>
                  <a:pt x="6417328" y="3468539"/>
                </a:cubicBezTo>
                <a:cubicBezTo>
                  <a:pt x="6411813" y="3496940"/>
                  <a:pt x="6423393" y="3508521"/>
                  <a:pt x="6433045" y="3521481"/>
                </a:cubicBezTo>
                <a:cubicBezTo>
                  <a:pt x="6446556" y="3539954"/>
                  <a:pt x="6448762" y="3552914"/>
                  <a:pt x="6423117" y="3567527"/>
                </a:cubicBezTo>
                <a:cubicBezTo>
                  <a:pt x="6350049" y="3609441"/>
                  <a:pt x="6351153" y="3610818"/>
                  <a:pt x="6419258" y="3667620"/>
                </a:cubicBezTo>
                <a:cubicBezTo>
                  <a:pt x="6422568" y="3670100"/>
                  <a:pt x="6421188" y="3678373"/>
                  <a:pt x="6421740" y="3683888"/>
                </a:cubicBezTo>
                <a:cubicBezTo>
                  <a:pt x="6403817" y="3692711"/>
                  <a:pt x="6382861" y="3670652"/>
                  <a:pt x="6361906" y="3694366"/>
                </a:cubicBezTo>
                <a:cubicBezTo>
                  <a:pt x="6453173" y="3798591"/>
                  <a:pt x="6592418" y="3824234"/>
                  <a:pt x="6718429" y="3902544"/>
                </a:cubicBezTo>
                <a:cubicBezTo>
                  <a:pt x="6616407" y="3928462"/>
                  <a:pt x="6555194" y="3838022"/>
                  <a:pt x="6480195" y="3849603"/>
                </a:cubicBezTo>
                <a:cubicBezTo>
                  <a:pt x="6442696" y="3878004"/>
                  <a:pt x="6554091" y="3923499"/>
                  <a:pt x="6447934" y="3937011"/>
                </a:cubicBezTo>
                <a:cubicBezTo>
                  <a:pt x="6493983" y="3961826"/>
                  <a:pt x="6528173" y="3986089"/>
                  <a:pt x="6559882" y="4014767"/>
                </a:cubicBezTo>
                <a:cubicBezTo>
                  <a:pt x="6616407" y="4066053"/>
                  <a:pt x="6627437" y="4099693"/>
                  <a:pt x="6601241" y="4168626"/>
                </a:cubicBezTo>
                <a:cubicBezTo>
                  <a:pt x="6584145" y="4213846"/>
                  <a:pt x="6559054" y="4255483"/>
                  <a:pt x="6581113" y="4309250"/>
                </a:cubicBezTo>
                <a:cubicBezTo>
                  <a:pt x="6596553" y="4346198"/>
                  <a:pt x="6590487" y="4370461"/>
                  <a:pt x="6533136" y="4353918"/>
                </a:cubicBezTo>
                <a:cubicBezTo>
                  <a:pt x="6471372" y="4336270"/>
                  <a:pt x="6448211" y="4369358"/>
                  <a:pt x="6463651" y="4434156"/>
                </a:cubicBezTo>
                <a:cubicBezTo>
                  <a:pt x="6473577" y="4475792"/>
                  <a:pt x="6463099" y="4488475"/>
                  <a:pt x="6420637" y="4483787"/>
                </a:cubicBezTo>
                <a:cubicBezTo>
                  <a:pt x="6373762" y="4478549"/>
                  <a:pt x="6329093" y="4451251"/>
                  <a:pt x="6271190" y="4464487"/>
                </a:cubicBezTo>
                <a:cubicBezTo>
                  <a:pt x="6317512" y="4540039"/>
                  <a:pt x="6416501" y="4518531"/>
                  <a:pt x="6470545" y="4590498"/>
                </a:cubicBezTo>
                <a:cubicBezTo>
                  <a:pt x="6406023" y="4590772"/>
                  <a:pt x="6356666" y="4590498"/>
                  <a:pt x="6308965" y="4574780"/>
                </a:cubicBezTo>
                <a:cubicBezTo>
                  <a:pt x="6289111" y="4568437"/>
                  <a:pt x="6267328" y="4561822"/>
                  <a:pt x="6256301" y="4583603"/>
                </a:cubicBezTo>
                <a:cubicBezTo>
                  <a:pt x="6243340" y="4609798"/>
                  <a:pt x="6270086" y="4619724"/>
                  <a:pt x="6286354" y="4624412"/>
                </a:cubicBezTo>
                <a:cubicBezTo>
                  <a:pt x="6332128" y="4637647"/>
                  <a:pt x="6367144" y="4669081"/>
                  <a:pt x="6404920" y="4693621"/>
                </a:cubicBezTo>
                <a:cubicBezTo>
                  <a:pt x="6487915" y="4747390"/>
                  <a:pt x="6578908" y="4792334"/>
                  <a:pt x="6649220" y="4881120"/>
                </a:cubicBezTo>
                <a:cubicBezTo>
                  <a:pt x="6560709" y="4858509"/>
                  <a:pt x="6494809" y="4805845"/>
                  <a:pt x="6412640" y="4795092"/>
                </a:cubicBezTo>
                <a:cubicBezTo>
                  <a:pt x="6483779" y="4875881"/>
                  <a:pt x="6575322" y="4929098"/>
                  <a:pt x="6661902" y="4987828"/>
                </a:cubicBezTo>
                <a:cubicBezTo>
                  <a:pt x="6686719" y="5004373"/>
                  <a:pt x="6711811" y="5015678"/>
                  <a:pt x="6717325" y="5051798"/>
                </a:cubicBezTo>
                <a:cubicBezTo>
                  <a:pt x="6728079" y="5121834"/>
                  <a:pt x="6760340" y="5179738"/>
                  <a:pt x="6829272" y="5210619"/>
                </a:cubicBezTo>
                <a:cubicBezTo>
                  <a:pt x="6829824" y="5210897"/>
                  <a:pt x="6825965" y="5221375"/>
                  <a:pt x="6823757" y="5228542"/>
                </a:cubicBezTo>
                <a:cubicBezTo>
                  <a:pt x="6781571" y="5230749"/>
                  <a:pt x="6748207" y="5189388"/>
                  <a:pt x="6694439" y="5202899"/>
                </a:cubicBezTo>
                <a:cubicBezTo>
                  <a:pt x="6746002" y="5259148"/>
                  <a:pt x="6789016" y="5309609"/>
                  <a:pt x="6862085" y="5336355"/>
                </a:cubicBezTo>
                <a:cubicBezTo>
                  <a:pt x="6920540" y="5357586"/>
                  <a:pt x="6992783" y="5369994"/>
                  <a:pt x="7035246" y="5438926"/>
                </a:cubicBezTo>
                <a:cubicBezTo>
                  <a:pt x="6985889" y="5452439"/>
                  <a:pt x="6949216" y="5435343"/>
                  <a:pt x="6912268" y="5423210"/>
                </a:cubicBezTo>
                <a:cubicBezTo>
                  <a:pt x="6855743" y="5404461"/>
                  <a:pt x="6799770" y="5383230"/>
                  <a:pt x="6743244" y="5364479"/>
                </a:cubicBezTo>
                <a:cubicBezTo>
                  <a:pt x="6721737" y="5357310"/>
                  <a:pt x="6698299" y="5352346"/>
                  <a:pt x="6684513" y="5386538"/>
                </a:cubicBezTo>
                <a:cubicBezTo>
                  <a:pt x="6756480" y="5393708"/>
                  <a:pt x="6799494" y="5440031"/>
                  <a:pt x="6844713" y="5483595"/>
                </a:cubicBezTo>
                <a:cubicBezTo>
                  <a:pt x="6870082" y="5508135"/>
                  <a:pt x="6890762" y="5540948"/>
                  <a:pt x="6936533" y="5528541"/>
                </a:cubicBezTo>
                <a:cubicBezTo>
                  <a:pt x="6960522" y="5521923"/>
                  <a:pt x="6975687" y="5540396"/>
                  <a:pt x="6973204" y="5563007"/>
                </a:cubicBezTo>
                <a:cubicBezTo>
                  <a:pt x="6964106" y="5642695"/>
                  <a:pt x="7020080" y="5670543"/>
                  <a:pt x="7077983" y="5685983"/>
                </a:cubicBezTo>
                <a:cubicBezTo>
                  <a:pt x="7187726" y="5714935"/>
                  <a:pt x="7278993" y="5783041"/>
                  <a:pt x="7385702" y="5820265"/>
                </a:cubicBezTo>
                <a:cubicBezTo>
                  <a:pt x="7489378" y="5856387"/>
                  <a:pt x="7569615" y="5942139"/>
                  <a:pt x="7673565" y="5987085"/>
                </a:cubicBezTo>
                <a:cubicBezTo>
                  <a:pt x="7748843" y="6019621"/>
                  <a:pt x="7820807" y="6061533"/>
                  <a:pt x="7898289" y="6091035"/>
                </a:cubicBezTo>
                <a:cubicBezTo>
                  <a:pt x="8081651" y="6160795"/>
                  <a:pt x="8268598" y="6216770"/>
                  <a:pt x="8466299" y="6224765"/>
                </a:cubicBezTo>
                <a:cubicBezTo>
                  <a:pt x="8629532" y="6231107"/>
                  <a:pt x="10045419" y="6225043"/>
                  <a:pt x="10620599" y="5317605"/>
                </a:cubicBezTo>
                <a:cubicBezTo>
                  <a:pt x="10631626" y="5313192"/>
                  <a:pt x="10644035" y="5301612"/>
                  <a:pt x="10647894" y="5290581"/>
                </a:cubicBezTo>
                <a:cubicBezTo>
                  <a:pt x="10666370" y="5239020"/>
                  <a:pt x="10711590" y="5216686"/>
                  <a:pt x="10752398" y="5188838"/>
                </a:cubicBezTo>
                <a:cubicBezTo>
                  <a:pt x="10788244" y="5164297"/>
                  <a:pt x="10826296" y="5138654"/>
                  <a:pt x="10841186" y="5097293"/>
                </a:cubicBezTo>
                <a:cubicBezTo>
                  <a:pt x="10860762" y="5042147"/>
                  <a:pt x="10805064" y="5087367"/>
                  <a:pt x="10794861" y="5066412"/>
                </a:cubicBezTo>
                <a:cubicBezTo>
                  <a:pt x="10816092" y="5037737"/>
                  <a:pt x="10848906" y="5011540"/>
                  <a:pt x="10857454" y="4979004"/>
                </a:cubicBezTo>
                <a:cubicBezTo>
                  <a:pt x="10888610" y="4861543"/>
                  <a:pt x="10955890" y="4776065"/>
                  <a:pt x="11056532" y="4709613"/>
                </a:cubicBezTo>
                <a:cubicBezTo>
                  <a:pt x="11085484" y="4690588"/>
                  <a:pt x="11104509" y="4655845"/>
                  <a:pt x="11143939" y="4650332"/>
                </a:cubicBezTo>
                <a:cubicBezTo>
                  <a:pt x="11231622" y="4638199"/>
                  <a:pt x="11204048" y="4543346"/>
                  <a:pt x="11250372" y="4501160"/>
                </a:cubicBezTo>
                <a:cubicBezTo>
                  <a:pt x="11259196" y="4493162"/>
                  <a:pt x="11267190" y="4477447"/>
                  <a:pt x="11265538" y="4466694"/>
                </a:cubicBezTo>
                <a:cubicBezTo>
                  <a:pt x="11263056" y="4451251"/>
                  <a:pt x="11252578" y="4436638"/>
                  <a:pt x="11243755" y="4422850"/>
                </a:cubicBezTo>
                <a:cubicBezTo>
                  <a:pt x="11234654" y="4409065"/>
                  <a:pt x="11220870" y="4396932"/>
                  <a:pt x="11227486" y="4378734"/>
                </a:cubicBezTo>
                <a:cubicBezTo>
                  <a:pt x="11230242" y="4371289"/>
                  <a:pt x="11228314" y="4345371"/>
                  <a:pt x="11248718" y="4365774"/>
                </a:cubicBezTo>
                <a:cubicBezTo>
                  <a:pt x="11304692" y="4421748"/>
                  <a:pt x="11337228" y="4368809"/>
                  <a:pt x="11385204" y="4343440"/>
                </a:cubicBezTo>
                <a:cubicBezTo>
                  <a:pt x="11346603" y="4317245"/>
                  <a:pt x="11311861" y="4298772"/>
                  <a:pt x="11306070" y="4259618"/>
                </a:cubicBezTo>
                <a:cubicBezTo>
                  <a:pt x="11294214" y="4178828"/>
                  <a:pt x="11243480" y="4141880"/>
                  <a:pt x="11166550" y="4134711"/>
                </a:cubicBezTo>
                <a:cubicBezTo>
                  <a:pt x="11194949" y="4056679"/>
                  <a:pt x="11194949" y="4056679"/>
                  <a:pt x="11103130" y="4045924"/>
                </a:cubicBezTo>
                <a:cubicBezTo>
                  <a:pt x="11138425" y="3996293"/>
                  <a:pt x="11138425" y="3983609"/>
                  <a:pt x="11095686" y="3966514"/>
                </a:cubicBezTo>
                <a:cubicBezTo>
                  <a:pt x="11054602" y="3950245"/>
                  <a:pt x="11009106" y="3944730"/>
                  <a:pt x="10971054" y="3919640"/>
                </a:cubicBezTo>
                <a:cubicBezTo>
                  <a:pt x="11006073" y="3856221"/>
                  <a:pt x="11015998" y="3782600"/>
                  <a:pt x="11088241" y="3751718"/>
                </a:cubicBezTo>
                <a:cubicBezTo>
                  <a:pt x="11099546" y="3747030"/>
                  <a:pt x="11107266" y="3728004"/>
                  <a:pt x="11100098" y="3716977"/>
                </a:cubicBezTo>
                <a:cubicBezTo>
                  <a:pt x="11073904" y="3676995"/>
                  <a:pt x="11111404" y="3601168"/>
                  <a:pt x="11029786" y="3592621"/>
                </a:cubicBezTo>
                <a:cubicBezTo>
                  <a:pt x="11019583" y="3591793"/>
                  <a:pt x="11010208" y="3583520"/>
                  <a:pt x="11018206" y="3572767"/>
                </a:cubicBezTo>
                <a:cubicBezTo>
                  <a:pt x="11045779" y="3535268"/>
                  <a:pt x="11012415" y="3537749"/>
                  <a:pt x="10992287" y="3533061"/>
                </a:cubicBezTo>
                <a:cubicBezTo>
                  <a:pt x="10968022" y="3527271"/>
                  <a:pt x="10940448" y="3543816"/>
                  <a:pt x="10917838" y="3523410"/>
                </a:cubicBezTo>
                <a:cubicBezTo>
                  <a:pt x="10923078" y="3501903"/>
                  <a:pt x="10942654" y="3502179"/>
                  <a:pt x="10956441" y="3495287"/>
                </a:cubicBezTo>
                <a:cubicBezTo>
                  <a:pt x="10996698" y="3475433"/>
                  <a:pt x="11029511" y="3451721"/>
                  <a:pt x="11031442" y="3400159"/>
                </a:cubicBezTo>
                <a:cubicBezTo>
                  <a:pt x="11032818" y="3358523"/>
                  <a:pt x="11037230" y="3321850"/>
                  <a:pt x="10981533" y="3309166"/>
                </a:cubicBezTo>
                <a:cubicBezTo>
                  <a:pt x="10958372" y="3303927"/>
                  <a:pt x="10964990" y="3273873"/>
                  <a:pt x="10978225" y="3258982"/>
                </a:cubicBezTo>
                <a:cubicBezTo>
                  <a:pt x="11001938" y="3232512"/>
                  <a:pt x="11021514" y="3197219"/>
                  <a:pt x="11062322" y="3194737"/>
                </a:cubicBezTo>
                <a:cubicBezTo>
                  <a:pt x="11087138" y="3193084"/>
                  <a:pt x="11106164" y="3182053"/>
                  <a:pt x="11125742" y="3169370"/>
                </a:cubicBezTo>
                <a:cubicBezTo>
                  <a:pt x="11139802" y="3160269"/>
                  <a:pt x="11156622" y="3152550"/>
                  <a:pt x="11154968" y="3132974"/>
                </a:cubicBezTo>
                <a:cubicBezTo>
                  <a:pt x="11153315" y="3114223"/>
                  <a:pt x="11137046" y="3106503"/>
                  <a:pt x="11120502" y="3102642"/>
                </a:cubicBezTo>
                <a:cubicBezTo>
                  <a:pt x="11065355" y="3090235"/>
                  <a:pt x="11013518" y="3072037"/>
                  <a:pt x="10967470" y="3030401"/>
                </a:cubicBezTo>
                <a:cubicBezTo>
                  <a:pt x="10998076" y="3008342"/>
                  <a:pt x="11027304" y="2992350"/>
                  <a:pt x="11049914" y="2970015"/>
                </a:cubicBezTo>
                <a:cubicBezTo>
                  <a:pt x="11104509" y="2915972"/>
                  <a:pt x="10642106" y="2745845"/>
                  <a:pt x="10618944" y="2685183"/>
                </a:cubicBezTo>
                <a:cubicBezTo>
                  <a:pt x="10611775" y="2666432"/>
                  <a:pt x="10587235" y="2647132"/>
                  <a:pt x="10566830" y="2641617"/>
                </a:cubicBezTo>
                <a:cubicBezTo>
                  <a:pt x="10471151" y="2615699"/>
                  <a:pt x="10388156" y="2557518"/>
                  <a:pt x="10290271" y="2536011"/>
                </a:cubicBezTo>
                <a:cubicBezTo>
                  <a:pt x="10197900" y="2515607"/>
                  <a:pt x="10106908" y="2488309"/>
                  <a:pt x="10005715" y="2461288"/>
                </a:cubicBezTo>
                <a:cubicBezTo>
                  <a:pt x="10067754" y="2393457"/>
                  <a:pt x="10177772" y="2401454"/>
                  <a:pt x="10203414" y="2303568"/>
                </a:cubicBezTo>
                <a:cubicBezTo>
                  <a:pt x="10103324" y="2278201"/>
                  <a:pt x="9997996" y="2307154"/>
                  <a:pt x="9901487" y="2266895"/>
                </a:cubicBezTo>
                <a:cubicBezTo>
                  <a:pt x="9893216" y="2263312"/>
                  <a:pt x="9881910" y="2266895"/>
                  <a:pt x="9871984" y="2267999"/>
                </a:cubicBezTo>
                <a:cubicBezTo>
                  <a:pt x="9673181" y="2289506"/>
                  <a:pt x="9475204" y="2270758"/>
                  <a:pt x="9279158" y="2243734"/>
                </a:cubicBezTo>
                <a:cubicBezTo>
                  <a:pt x="8996808" y="2205133"/>
                  <a:pt x="8713354" y="2180592"/>
                  <a:pt x="8429350" y="2163219"/>
                </a:cubicBezTo>
                <a:cubicBezTo>
                  <a:pt x="8194701" y="2148882"/>
                  <a:pt x="7959502" y="2142541"/>
                  <a:pt x="7725955" y="2114967"/>
                </a:cubicBezTo>
                <a:cubicBezTo>
                  <a:pt x="7476142" y="2085464"/>
                  <a:pt x="7226605" y="2052100"/>
                  <a:pt x="6977065" y="2021218"/>
                </a:cubicBezTo>
                <a:cubicBezTo>
                  <a:pt x="6965761" y="2019839"/>
                  <a:pt x="6953283" y="2015496"/>
                  <a:pt x="6941221" y="201518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4B9F-12F5-9964-4989-F89B63639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Introduction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F2E56-3E82-6FD0-5470-C7E929436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6719"/>
            <a:ext cx="6537383" cy="416333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u="sng">
                <a:ea typeface="+mn-lt"/>
                <a:cs typeface="+mn-lt"/>
              </a:rPr>
              <a:t>Quality Auto Service</a:t>
            </a:r>
            <a:r>
              <a:rPr lang="en-US" sz="2000">
                <a:ea typeface="+mn-lt"/>
                <a:cs typeface="+mn-lt"/>
              </a:rPr>
              <a:t> is a data analysis and machine learning venture that helps users search cars that meet their requirements.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It carries automotive content such as pleasing data visuals, modern data analysis and AI chatbot for cars of various brands available in the market. </a:t>
            </a:r>
          </a:p>
          <a:p>
            <a:r>
              <a:rPr lang="en-US" sz="2000">
                <a:ea typeface="+mn-lt"/>
                <a:cs typeface="+mn-lt"/>
              </a:rPr>
              <a:t>Our vision is to construct a complete system for buyers so that they have easy and complete access to information and data that will help them in making the right car choice. </a:t>
            </a:r>
            <a:endParaRPr lang="en-US" sz="2000">
              <a:cs typeface="Calibri" panose="020F0502020204030204"/>
            </a:endParaRPr>
          </a:p>
        </p:txBody>
      </p:sp>
      <p:pic>
        <p:nvPicPr>
          <p:cNvPr id="7" name="Graphic 6" descr="Car">
            <a:extLst>
              <a:ext uri="{FF2B5EF4-FFF2-40B4-BE49-F238E27FC236}">
                <a16:creationId xmlns:a16="http://schemas.microsoft.com/office/drawing/2014/main" id="{6D38A517-09F1-135D-10F2-FA1BD63F9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5346" y="2766817"/>
            <a:ext cx="2751667" cy="275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207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AD6F8-58D0-655E-8B6E-6FF63492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199"/>
            <a:ext cx="4191000" cy="5338763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>
                <a:latin typeface="Calibri"/>
                <a:cs typeface="Calibri"/>
              </a:rPr>
              <a:t>Detail problem definition : </a:t>
            </a:r>
            <a:endParaRPr lang="en-US" b="1">
              <a:latin typeface="Calibri"/>
              <a:ea typeface="+mj-lt"/>
              <a:cs typeface="Calibri"/>
            </a:endParaRPr>
          </a:p>
          <a:p>
            <a:endParaRPr lang="en-US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B8C39-E5FE-8542-A828-1C3F4A049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503" y="406878"/>
            <a:ext cx="7374184" cy="53387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Customer delight can increase your sales and improve your brand reputation among current and potential customers.</a:t>
            </a:r>
          </a:p>
          <a:p>
            <a:r>
              <a:rPr lang="en-US" sz="2000">
                <a:ea typeface="+mn-lt"/>
                <a:cs typeface="+mn-lt"/>
              </a:rPr>
              <a:t> To keep customers loyal and coming back, you must create customer delight. </a:t>
            </a:r>
          </a:p>
          <a:p>
            <a:r>
              <a:rPr lang="en-US" sz="2000">
                <a:ea typeface="+mn-lt"/>
                <a:cs typeface="+mn-lt"/>
              </a:rPr>
              <a:t>Customer delight extends beyond customer satisfaction. It's those little things that wow your customer base and show you care.</a:t>
            </a:r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0927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03AE-EF7A-C9FA-CADF-3AC65AB8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>
                <a:latin typeface="Calibri"/>
                <a:cs typeface="Calibri"/>
              </a:rPr>
              <a:t>Project planning 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6DE09-96F2-1361-DD09-64DFF13A6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 Dataset contains the data of the car of the period 1994 - 2020 provided by the </a:t>
            </a:r>
            <a:r>
              <a:rPr lang="en-US" b="1">
                <a:ea typeface="+mn-lt"/>
                <a:cs typeface="+mn-lt"/>
              </a:rPr>
              <a:t>Quality Auto Service</a:t>
            </a:r>
            <a:r>
              <a:rPr lang="en-US">
                <a:ea typeface="+mn-lt"/>
                <a:cs typeface="+mn-lt"/>
              </a:rPr>
              <a:t>. </a:t>
            </a:r>
            <a:endParaRPr lang="en-US"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The different types of the features that the dataset consist is Brand, Max Power, Engine Power, Mileage, No. of Seats, Owner Type, Transmission Type, Fuel, Kilometer Driven, Selling Price, Year.</a:t>
            </a:r>
          </a:p>
          <a:p>
            <a:r>
              <a:rPr lang="en-US">
                <a:ea typeface="+mn-lt"/>
                <a:cs typeface="+mn-lt"/>
              </a:rPr>
              <a:t>For Applying the machine learning model the Label column like Brand, fuel type, </a:t>
            </a:r>
            <a:r>
              <a:rPr lang="en-US" err="1">
                <a:ea typeface="+mn-lt"/>
                <a:cs typeface="+mn-lt"/>
              </a:rPr>
              <a:t>etc</a:t>
            </a:r>
            <a:r>
              <a:rPr lang="en-US">
                <a:ea typeface="+mn-lt"/>
                <a:cs typeface="+mn-lt"/>
              </a:rPr>
              <a:t> is encoded so that we can use this features for the estimation of the selling price of the car. </a:t>
            </a: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4210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FC61-D1ED-8833-411C-2115A0E2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>
                <a:latin typeface="Calibri"/>
                <a:cs typeface="Calibri"/>
              </a:rPr>
              <a:t>Product perspective:  </a:t>
            </a:r>
            <a:endParaRPr lang="en-US">
              <a:ea typeface="+mj-lt"/>
              <a:cs typeface="+mj-lt"/>
            </a:endParaRPr>
          </a:p>
          <a:p>
            <a:endParaRPr lang="en-US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C6127-434C-4631-40A7-A2E1C30E1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29" y="2278173"/>
            <a:ext cx="6467867" cy="34506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To construct a complete business ecosystem for prospective buyers so that they have easy and complete access to information and data that will help them in making the right car choice. </a:t>
            </a:r>
          </a:p>
          <a:p>
            <a:r>
              <a:rPr lang="en-US" sz="2400" dirty="0">
                <a:ea typeface="+mn-lt"/>
                <a:cs typeface="+mn-lt"/>
              </a:rPr>
              <a:t>This will help  the customer to select the best car model and brand that fits in their budget and matches their specification expectation.</a:t>
            </a:r>
          </a:p>
          <a:p>
            <a:r>
              <a:rPr lang="en-US" sz="2400" dirty="0">
                <a:ea typeface="+mn-lt"/>
                <a:cs typeface="+mn-lt"/>
              </a:rPr>
              <a:t>This helps the customer to known about the ongoing automobile brand trends. </a:t>
            </a:r>
            <a:endParaRPr lang="en-US" sz="2400" dirty="0">
              <a:cs typeface="Calibri" panose="020F0502020204030204"/>
            </a:endParaRPr>
          </a:p>
          <a:p>
            <a:endParaRPr lang="en-US" sz="2400">
              <a:cs typeface="Calibri" panose="020F0502020204030204"/>
            </a:endParaRPr>
          </a:p>
          <a:p>
            <a:endParaRPr lang="en-US" sz="2400">
              <a:cs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ar">
            <a:extLst>
              <a:ext uri="{FF2B5EF4-FFF2-40B4-BE49-F238E27FC236}">
                <a16:creationId xmlns:a16="http://schemas.microsoft.com/office/drawing/2014/main" id="{142495E2-B211-130B-B015-6148FD0A4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5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6" y="5940561"/>
            <a:ext cx="1285875" cy="549007"/>
            <a:chOff x="7029447" y="3514725"/>
            <a:chExt cx="1285875" cy="549007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AABED2-E094-1CB1-3FEB-718BD5D85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10" y="3788099"/>
            <a:ext cx="5071221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Modules</a:t>
            </a:r>
          </a:p>
          <a:p>
            <a:endParaRPr lang="en-US" sz="4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4" descr="Shape&#10;&#10;Description automatically generated">
            <a:extLst>
              <a:ext uri="{FF2B5EF4-FFF2-40B4-BE49-F238E27FC236}">
                <a16:creationId xmlns:a16="http://schemas.microsoft.com/office/drawing/2014/main" id="{E92849A0-1F2A-2736-061E-62F0EF849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056" y="264886"/>
            <a:ext cx="10052311" cy="2576429"/>
          </a:xfrm>
          <a:prstGeom prst="rect">
            <a:avLst/>
          </a:prstGeom>
        </p:spPr>
      </p:pic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Slide Number Placeholder 120">
            <a:extLst>
              <a:ext uri="{FF2B5EF4-FFF2-40B4-BE49-F238E27FC236}">
                <a16:creationId xmlns:a16="http://schemas.microsoft.com/office/drawing/2014/main" id="{F06B0054-FD10-F864-435D-05C998F8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9360"/>
            <a:ext cx="640080" cy="548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330EA680-D336-4FF7-8B7A-9848BB0A1C32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10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7" name="TextBox 4">
            <a:extLst>
              <a:ext uri="{FF2B5EF4-FFF2-40B4-BE49-F238E27FC236}">
                <a16:creationId xmlns:a16="http://schemas.microsoft.com/office/drawing/2014/main" id="{D759FF59-D69E-5863-600C-3D0EC72731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4573474"/>
              </p:ext>
            </p:extLst>
          </p:nvPr>
        </p:nvGraphicFramePr>
        <p:xfrm>
          <a:off x="2862930" y="2077201"/>
          <a:ext cx="9258466" cy="5033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0407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36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379EB-B6BC-61FA-9DD2-2F2087FC3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3623212" cy="3340647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  <a:cs typeface="Calibri Light"/>
              </a:rPr>
              <a:t>Project Flow</a:t>
            </a:r>
            <a:endParaRPr lang="en-US" sz="6000">
              <a:cs typeface="Calibri Light"/>
            </a:endParaRPr>
          </a:p>
        </p:txBody>
      </p:sp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791BFE97-1182-256D-521F-A747D2537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9223"/>
          <a:stretch/>
        </p:blipFill>
        <p:spPr>
          <a:xfrm>
            <a:off x="5451244" y="1583985"/>
            <a:ext cx="3884397" cy="433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26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FDB3-B052-BAE3-3DC1-E292D809B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Website flow</a:t>
            </a:r>
            <a:endParaRPr lang="en-US" b="1"/>
          </a:p>
        </p:txBody>
      </p:sp>
      <p:pic>
        <p:nvPicPr>
          <p:cNvPr id="4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4EEF5008-61EC-EACF-C069-196900159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6324" y="1360174"/>
            <a:ext cx="10898935" cy="5354128"/>
          </a:xfr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CED98C6-BB85-8AD2-896D-04F5E85E4ADE}"/>
              </a:ext>
            </a:extLst>
          </p:cNvPr>
          <p:cNvSpPr/>
          <p:nvPr/>
        </p:nvSpPr>
        <p:spPr>
          <a:xfrm>
            <a:off x="1584948" y="2818901"/>
            <a:ext cx="3752489" cy="2444148"/>
          </a:xfrm>
          <a:prstGeom prst="ellipse">
            <a:avLst/>
          </a:prstGeom>
          <a:solidFill>
            <a:srgbClr val="992F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>
                <a:solidFill>
                  <a:schemeClr val="tx1"/>
                </a:solidFill>
                <a:ea typeface="+mn-lt"/>
                <a:cs typeface="+mn-lt"/>
              </a:rPr>
              <a:t>  </a:t>
            </a:r>
          </a:p>
          <a:p>
            <a:pPr algn="ctr"/>
            <a:endParaRPr lang="en-US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23AEA-23F6-E3D0-AAE7-20CBABB79000}"/>
              </a:ext>
            </a:extLst>
          </p:cNvPr>
          <p:cNvSpPr txBox="1"/>
          <p:nvPr/>
        </p:nvSpPr>
        <p:spPr>
          <a:xfrm>
            <a:off x="1821235" y="3488384"/>
            <a:ext cx="328491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cs typeface="Calibri"/>
              </a:rPr>
              <a:t>          Quality </a:t>
            </a:r>
            <a:endParaRPr lang="en-US" sz="3200">
              <a:cs typeface="Calibri"/>
            </a:endParaRPr>
          </a:p>
          <a:p>
            <a:r>
              <a:rPr lang="en-US" sz="3200" b="1">
                <a:cs typeface="Calibri"/>
              </a:rPr>
              <a:t>     Auto  Services</a:t>
            </a:r>
            <a:endParaRPr lang="en-US" sz="32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2920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10">
            <a:extLst>
              <a:ext uri="{FF2B5EF4-FFF2-40B4-BE49-F238E27FC236}">
                <a16:creationId xmlns:a16="http://schemas.microsoft.com/office/drawing/2014/main" id="{B5FA7C47-B7C1-4D2E-AB49-ED23BA34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96EE156-ABF1-4329-A6BA-03B4254E0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521144" y="911116"/>
            <a:ext cx="687754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19B9933F-AAB3-444A-8BB5-9CA194A8B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1370435"/>
            <a:ext cx="527226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7D20183A-0B1D-4A1F-89B1-ADBEDBC6E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00164" y="643467"/>
            <a:ext cx="409371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131031D3-26CD-4214-A9A4-5857EFA1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95529" y="644382"/>
            <a:ext cx="3856024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BD43C5-2438-6ED4-BD53-EFA3754C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79" y="998002"/>
            <a:ext cx="3182940" cy="1471959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 Diagram: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19C237B-85FF-ADA5-7B53-F60A182C3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635" y="2546161"/>
            <a:ext cx="3200451" cy="2985929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rgbClr val="FEFFFF"/>
                </a:solidFill>
                <a:ea typeface="Calibri"/>
                <a:cs typeface="Calibri"/>
              </a:rPr>
              <a:t>Quality Auto Services</a:t>
            </a:r>
            <a:endParaRPr lang="en-US" sz="2400">
              <a:solidFill>
                <a:srgbClr val="FEFFFF"/>
              </a:solidFill>
            </a:endParaRP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C0141A87-C949-139F-DBBC-AB2944E5C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420" y="643467"/>
            <a:ext cx="5137643" cy="525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91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F31872D2-5895-B657-C0AD-4D155DB58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45" b="1"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21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D70B1-EE73-7DE7-FB88-2B6E9FF6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0175" y="4429987"/>
            <a:ext cx="7108363" cy="134275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sz="8000" b="1">
                <a:highlight>
                  <a:srgbClr val="C0C0C0"/>
                </a:highlight>
                <a:latin typeface="Calibri"/>
                <a:cs typeface="Calibri"/>
              </a:rPr>
              <a:t>Tech stack details</a:t>
            </a:r>
            <a:endParaRPr lang="en-US" sz="8000" b="1">
              <a:highlight>
                <a:srgbClr val="C0C0C0"/>
              </a:highlight>
              <a:ea typeface="+mj-lt"/>
              <a:cs typeface="+mj-lt"/>
            </a:endParaRPr>
          </a:p>
          <a:p>
            <a:pPr algn="ctr"/>
            <a:endParaRPr lang="en-US" sz="8000" b="1">
              <a:cs typeface="Calibri Light"/>
            </a:endParaRPr>
          </a:p>
        </p:txBody>
      </p:sp>
      <p:cxnSp>
        <p:nvCxnSpPr>
          <p:cNvPr id="22" name="Straight Connector 10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167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BC458A4-9223-A591-D0AE-474753FED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91647"/>
              </p:ext>
            </p:extLst>
          </p:nvPr>
        </p:nvGraphicFramePr>
        <p:xfrm>
          <a:off x="838200" y="103142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5706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D83FA-AAE9-BB74-7B7E-5C9B3B89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2248" y="1481328"/>
            <a:ext cx="2926080" cy="24688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Requirements Analysis</a:t>
            </a:r>
          </a:p>
        </p:txBody>
      </p:sp>
      <p:sp>
        <p:nvSpPr>
          <p:cNvPr id="48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4" name="Picture 4" descr="Graphical user interface, diagram, application&#10;&#10;Description automatically generated">
            <a:extLst>
              <a:ext uri="{FF2B5EF4-FFF2-40B4-BE49-F238E27FC236}">
                <a16:creationId xmlns:a16="http://schemas.microsoft.com/office/drawing/2014/main" id="{DB9DCDAC-36DF-B02B-9170-67BB1FA3A9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4061"/>
          <a:stretch/>
        </p:blipFill>
        <p:spPr>
          <a:xfrm>
            <a:off x="921910" y="465243"/>
            <a:ext cx="7761924" cy="5343065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1098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2C12A-C3C8-89CE-D4B1-D4E4A5704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65" y="14187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latin typeface="+mj-lt"/>
                <a:ea typeface="+mj-ea"/>
                <a:cs typeface="+mj-cs"/>
              </a:rPr>
              <a:t>System Requirements</a:t>
            </a:r>
            <a:endParaRPr lang="en-US" sz="3600" b="1" kern="1200">
              <a:latin typeface="+mj-lt"/>
              <a:cs typeface="Calibri Light"/>
            </a:endParaRPr>
          </a:p>
          <a:p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A5DFD825-95F9-B9BF-F4F7-04AE1C702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137300"/>
              </p:ext>
            </p:extLst>
          </p:nvPr>
        </p:nvGraphicFramePr>
        <p:xfrm>
          <a:off x="107323" y="922985"/>
          <a:ext cx="11898469" cy="59839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55123">
                  <a:extLst>
                    <a:ext uri="{9D8B030D-6E8A-4147-A177-3AD203B41FA5}">
                      <a16:colId xmlns:a16="http://schemas.microsoft.com/office/drawing/2014/main" val="3465753906"/>
                    </a:ext>
                  </a:extLst>
                </a:gridCol>
                <a:gridCol w="4937976">
                  <a:extLst>
                    <a:ext uri="{9D8B030D-6E8A-4147-A177-3AD203B41FA5}">
                      <a16:colId xmlns:a16="http://schemas.microsoft.com/office/drawing/2014/main" val="1935159141"/>
                    </a:ext>
                  </a:extLst>
                </a:gridCol>
                <a:gridCol w="4605370">
                  <a:extLst>
                    <a:ext uri="{9D8B030D-6E8A-4147-A177-3AD203B41FA5}">
                      <a16:colId xmlns:a16="http://schemas.microsoft.com/office/drawing/2014/main" val="3780742922"/>
                    </a:ext>
                  </a:extLst>
                </a:gridCol>
              </a:tblGrid>
              <a:tr h="55516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cap="none" spc="0" dirty="0"/>
                        <a:t>Requirement</a:t>
                      </a:r>
                      <a:endParaRPr lang="en-US" sz="2000" dirty="0"/>
                    </a:p>
                  </a:txBody>
                  <a:tcPr marL="64739" marR="226651" marT="18497" marB="138725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cap="none" spc="0" dirty="0"/>
                        <a:t>Minimum</a:t>
                      </a:r>
                    </a:p>
                  </a:txBody>
                  <a:tcPr marL="64739" marR="226651" marT="18497" marB="138725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cap="none" spc="0" dirty="0"/>
                        <a:t>Recommended</a:t>
                      </a:r>
                    </a:p>
                  </a:txBody>
                  <a:tcPr marL="64739" marR="226651" marT="18497" marB="138725" anchor="b"/>
                </a:tc>
                <a:extLst>
                  <a:ext uri="{0D108BD9-81ED-4DB2-BD59-A6C34878D82A}">
                    <a16:rowId xmlns:a16="http://schemas.microsoft.com/office/drawing/2014/main" val="804746235"/>
                  </a:ext>
                </a:extLst>
              </a:tr>
              <a:tr h="458014">
                <a:tc>
                  <a:txBody>
                    <a:bodyPr/>
                    <a:lstStyle/>
                    <a:p>
                      <a:pPr algn="l"/>
                      <a:r>
                        <a:rPr lang="en-US" sz="2800" cap="none" spc="0" dirty="0"/>
                        <a:t>RAM</a:t>
                      </a:r>
                    </a:p>
                  </a:txBody>
                  <a:tcPr marL="64739" marR="226651" marT="18497" marB="138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/>
                        <a:t>4 GB of free RAM</a:t>
                      </a:r>
                    </a:p>
                  </a:txBody>
                  <a:tcPr marL="64739" marR="226651" marT="18497" marB="138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cap="none" spc="0" dirty="0"/>
                        <a:t>8 GB of total System RAM</a:t>
                      </a:r>
                    </a:p>
                  </a:txBody>
                  <a:tcPr marL="64739" marR="226651" marT="18497" marB="138725"/>
                </a:tc>
                <a:extLst>
                  <a:ext uri="{0D108BD9-81ED-4DB2-BD59-A6C34878D82A}">
                    <a16:rowId xmlns:a16="http://schemas.microsoft.com/office/drawing/2014/main" val="1405961067"/>
                  </a:ext>
                </a:extLst>
              </a:tr>
              <a:tr h="1082579">
                <a:tc>
                  <a:txBody>
                    <a:bodyPr/>
                    <a:lstStyle/>
                    <a:p>
                      <a:pPr algn="l"/>
                      <a:r>
                        <a:rPr lang="en-US" sz="2800" cap="none" spc="0" dirty="0"/>
                        <a:t>CPU</a:t>
                      </a:r>
                    </a:p>
                  </a:txBody>
                  <a:tcPr marL="64739" marR="226651" marT="18497" marB="138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/>
                        <a:t>Any modern CPU</a:t>
                      </a:r>
                    </a:p>
                  </a:txBody>
                  <a:tcPr marL="64739" marR="226651" marT="18497" marB="138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cap="none" spc="0" dirty="0"/>
                        <a:t>Multi-core CPU</a:t>
                      </a:r>
                      <a:r>
                        <a:rPr lang="en-US" sz="1000" cap="none" spc="0" dirty="0"/>
                        <a:t>. 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cap="none" spc="0" dirty="0" err="1"/>
                        <a:t>Pycharm</a:t>
                      </a:r>
                      <a:r>
                        <a:rPr lang="en-US" sz="1800" cap="none" spc="0" dirty="0"/>
                        <a:t> supports multithreading for different operations and processes making it faster the more CPU cores it can use</a:t>
                      </a:r>
                    </a:p>
                  </a:txBody>
                  <a:tcPr marL="64739" marR="226651" marT="18497" marB="138725"/>
                </a:tc>
                <a:extLst>
                  <a:ext uri="{0D108BD9-81ED-4DB2-BD59-A6C34878D82A}">
                    <a16:rowId xmlns:a16="http://schemas.microsoft.com/office/drawing/2014/main" val="2349247097"/>
                  </a:ext>
                </a:extLst>
              </a:tr>
              <a:tr h="458014">
                <a:tc>
                  <a:txBody>
                    <a:bodyPr/>
                    <a:lstStyle/>
                    <a:p>
                      <a:pPr algn="l"/>
                      <a:r>
                        <a:rPr lang="en-US" sz="2400" cap="none" spc="0" dirty="0"/>
                        <a:t>Disk Space</a:t>
                      </a:r>
                    </a:p>
                  </a:txBody>
                  <a:tcPr marL="64739" marR="226651" marT="18497" marB="138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cap="none" spc="0" dirty="0"/>
                        <a:t>2.5 GB and another 1GB for caches</a:t>
                      </a:r>
                    </a:p>
                  </a:txBody>
                  <a:tcPr marL="64739" marR="226651" marT="18497" marB="138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cap="none" spc="0" dirty="0"/>
                        <a:t>SSD drive with </a:t>
                      </a:r>
                      <a:r>
                        <a:rPr lang="en-US" sz="1800" cap="none" spc="0" dirty="0" err="1"/>
                        <a:t>atleast</a:t>
                      </a:r>
                      <a:r>
                        <a:rPr lang="en-US" sz="1800" cap="none" spc="0" dirty="0"/>
                        <a:t> 5GB of free space</a:t>
                      </a:r>
                    </a:p>
                  </a:txBody>
                  <a:tcPr marL="64739" marR="226651" marT="18497" marB="138725"/>
                </a:tc>
                <a:extLst>
                  <a:ext uri="{0D108BD9-81ED-4DB2-BD59-A6C34878D82A}">
                    <a16:rowId xmlns:a16="http://schemas.microsoft.com/office/drawing/2014/main" val="3924418791"/>
                  </a:ext>
                </a:extLst>
              </a:tr>
              <a:tr h="2706454">
                <a:tc>
                  <a:txBody>
                    <a:bodyPr/>
                    <a:lstStyle/>
                    <a:p>
                      <a:pPr algn="l"/>
                      <a:r>
                        <a:rPr lang="en-US" sz="2400" cap="none" spc="0" dirty="0"/>
                        <a:t>Operating system</a:t>
                      </a:r>
                    </a:p>
                  </a:txBody>
                  <a:tcPr marL="64739" marR="226651" marT="18497" marB="138725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spc="0" noProof="0" dirty="0"/>
                        <a:t>Officially released 64-bit versions of the following:</a:t>
                      </a:r>
                      <a:endParaRPr lang="en-US" sz="18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spc="0" noProof="0" dirty="0"/>
                        <a:t>Microsoft Windows 8 or later</a:t>
                      </a:r>
                      <a:endParaRPr lang="en-US" sz="18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spc="0" noProof="0" dirty="0"/>
                        <a:t>macOS 10.14 or later</a:t>
                      </a:r>
                      <a:endParaRPr lang="en-US" sz="18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spc="0" noProof="0" dirty="0"/>
                        <a:t>Any Linux distribution that supports Gnome, KDE , or Unity DE. PyCharm is not available for some Linux distributions, such as RHEL6 or CentOS6, that do not include </a:t>
                      </a:r>
                      <a:r>
                        <a:rPr lang="en-US" sz="1800" u="none" strike="noStrike" cap="none" spc="0" noProof="0" dirty="0">
                          <a:hlinkClick r:id="rId2"/>
                        </a:rPr>
                        <a:t>GLIBC</a:t>
                      </a:r>
                      <a:r>
                        <a:rPr lang="en-US" sz="1800" u="none" strike="noStrike" cap="none" spc="0" noProof="0" dirty="0"/>
                        <a:t> 2.14 or later.</a:t>
                      </a:r>
                      <a:endParaRPr lang="en-US" sz="18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spc="0" noProof="0" dirty="0"/>
                        <a:t>Pre-release versions are not supported.</a:t>
                      </a:r>
                      <a:endParaRPr lang="en-US" sz="1800"/>
                    </a:p>
                    <a:p>
                      <a:pPr lvl="0" algn="l">
                        <a:buNone/>
                      </a:pPr>
                      <a:br>
                        <a:rPr lang="en-US" sz="1100" dirty="0"/>
                      </a:br>
                      <a:endParaRPr lang="en-US" sz="800" dirty="0"/>
                    </a:p>
                  </a:txBody>
                  <a:tcPr marL="64739" marR="226651" marT="18497" marB="138725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spc="0" noProof="0" dirty="0"/>
                        <a:t>Latest 64-bit version of Windows, macOS, or Linux (for example, Debian, Ubuntu, or RHEL)</a:t>
                      </a:r>
                      <a:endParaRPr lang="en-US" sz="1800" dirty="0"/>
                    </a:p>
                    <a:p>
                      <a:pPr lvl="0" algn="l">
                        <a:buNone/>
                      </a:pPr>
                      <a:br>
                        <a:rPr lang="en-US" sz="1100" dirty="0"/>
                      </a:br>
                      <a:endParaRPr lang="en-US" sz="800" dirty="0"/>
                    </a:p>
                  </a:txBody>
                  <a:tcPr marL="64739" marR="226651" marT="18497" marB="138725"/>
                </a:tc>
                <a:extLst>
                  <a:ext uri="{0D108BD9-81ED-4DB2-BD59-A6C34878D82A}">
                    <a16:rowId xmlns:a16="http://schemas.microsoft.com/office/drawing/2014/main" val="3329402820"/>
                  </a:ext>
                </a:extLst>
              </a:tr>
              <a:tr h="360859">
                <a:tc>
                  <a:txBody>
                    <a:bodyPr/>
                    <a:lstStyle/>
                    <a:p>
                      <a:pPr algn="l"/>
                      <a:endParaRPr lang="en-US" sz="800" cap="none" spc="0"/>
                    </a:p>
                  </a:txBody>
                  <a:tcPr marL="64739" marR="226651" marT="18497" marB="138725"/>
                </a:tc>
                <a:tc>
                  <a:txBody>
                    <a:bodyPr/>
                    <a:lstStyle/>
                    <a:p>
                      <a:pPr algn="l"/>
                      <a:endParaRPr lang="en-US" sz="800" cap="none" spc="0"/>
                    </a:p>
                  </a:txBody>
                  <a:tcPr marL="64739" marR="226651" marT="18497" marB="138725"/>
                </a:tc>
                <a:tc>
                  <a:txBody>
                    <a:bodyPr/>
                    <a:lstStyle/>
                    <a:p>
                      <a:pPr algn="l"/>
                      <a:endParaRPr lang="en-US" sz="800" cap="none" spc="0"/>
                    </a:p>
                  </a:txBody>
                  <a:tcPr marL="64739" marR="226651" marT="18497" marB="138725"/>
                </a:tc>
                <a:extLst>
                  <a:ext uri="{0D108BD9-81ED-4DB2-BD59-A6C34878D82A}">
                    <a16:rowId xmlns:a16="http://schemas.microsoft.com/office/drawing/2014/main" val="2884769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867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8" name="Rectangle 14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783EA-DD6E-854E-1421-99A030AD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b="1">
                <a:cs typeface="Calibri Light"/>
              </a:rPr>
              <a:t>Software requirements</a:t>
            </a:r>
          </a:p>
        </p:txBody>
      </p:sp>
      <p:sp>
        <p:nvSpPr>
          <p:cNvPr id="14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Content Placeholder 2">
            <a:extLst>
              <a:ext uri="{FF2B5EF4-FFF2-40B4-BE49-F238E27FC236}">
                <a16:creationId xmlns:a16="http://schemas.microsoft.com/office/drawing/2014/main" id="{8C99EC93-6E9C-ADF2-69D8-CFCBCC0A1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Python 3: from the version 3.6 up to the version 3.11</a:t>
            </a:r>
            <a:endParaRPr lang="en-US" sz="1700" b="1"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PyCharm  cross-platform IDE</a:t>
            </a:r>
          </a:p>
          <a:p>
            <a:pPr>
              <a:buFont typeface="Arial"/>
              <a:buChar char="•"/>
            </a:pPr>
            <a:r>
              <a:rPr lang="en-US" sz="1700" b="1">
                <a:cs typeface="Calibri" panose="020F0502020204030204"/>
              </a:rPr>
              <a:t>Django Web Framework</a:t>
            </a:r>
          </a:p>
          <a:p>
            <a:pPr>
              <a:buFont typeface="Arial"/>
              <a:buChar char="•"/>
            </a:pPr>
            <a:r>
              <a:rPr lang="en-US" sz="1700" b="1">
                <a:cs typeface="Calibri" panose="020F0502020204030204"/>
              </a:rPr>
              <a:t>Dataset </a:t>
            </a:r>
          </a:p>
          <a:p>
            <a:pPr>
              <a:buFont typeface="Arial"/>
              <a:buChar char="•"/>
            </a:pPr>
            <a:endParaRPr lang="en-US" sz="1700" b="1">
              <a:cs typeface="Calibri" panose="020F0502020204030204"/>
            </a:endParaRPr>
          </a:p>
          <a:p>
            <a:pPr>
              <a:buFont typeface="Arial"/>
              <a:buChar char="•"/>
            </a:pPr>
            <a:endParaRPr lang="en-US" sz="1700" b="1">
              <a:cs typeface="Calibri" panose="020F0502020204030204"/>
            </a:endParaRPr>
          </a:p>
          <a:p>
            <a:pPr>
              <a:buFont typeface="Arial"/>
              <a:buChar char="•"/>
            </a:pPr>
            <a:endParaRPr lang="en-US" sz="1700" b="1">
              <a:cs typeface="Calibri" panose="020F0502020204030204"/>
            </a:endParaRPr>
          </a:p>
          <a:p>
            <a:pPr>
              <a:buFont typeface="Arial"/>
              <a:buChar char="•"/>
            </a:pPr>
            <a:endParaRPr lang="en-US" sz="1700" b="1">
              <a:cs typeface="Calibri" panose="020F0502020204030204"/>
            </a:endParaRPr>
          </a:p>
          <a:p>
            <a:pPr marL="0" indent="0">
              <a:buNone/>
            </a:pPr>
            <a:br>
              <a:rPr lang="en-US" sz="1700"/>
            </a:br>
            <a:endParaRPr lang="en-US" sz="1700" b="1">
              <a:cs typeface="Calibri"/>
            </a:endParaRPr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977AB7C3-B855-1C81-FDE1-A50F9623F5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4" r="19293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09748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2A976-0DB5-44CD-938E-8FCF910A3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system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B7741654-31F0-EE74-E7C8-1266690C42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" b="305"/>
          <a:stretch/>
        </p:blipFill>
        <p:spPr>
          <a:xfrm>
            <a:off x="5477993" y="640080"/>
            <a:ext cx="5567221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82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DAF6-E444-5D35-0E97-115823A8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>
                <a:latin typeface="Calibri"/>
                <a:cs typeface="Calibri"/>
              </a:rPr>
              <a:t>Features</a:t>
            </a:r>
            <a:endParaRPr lang="en-US">
              <a:ea typeface="+mj-lt"/>
              <a:cs typeface="+mj-lt"/>
            </a:endParaRPr>
          </a:p>
          <a:p>
            <a:endParaRPr lang="en-US">
              <a:cs typeface="Calibri Light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D6FD13B-4FD3-B4C9-06C9-74089C7F9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44981"/>
              </p:ext>
            </p:extLst>
          </p:nvPr>
        </p:nvGraphicFramePr>
        <p:xfrm>
          <a:off x="838200" y="1395244"/>
          <a:ext cx="7295881" cy="4791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E2643273-AC91-91C4-A6EC-0BEDFF63A1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2781" y="4270759"/>
            <a:ext cx="36576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01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CA6F-35C8-AFB7-F446-3F6FB472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>
                <a:latin typeface="Calibri"/>
                <a:cs typeface="Calibri"/>
              </a:rPr>
              <a:t>Future enhancements  :  </a:t>
            </a:r>
            <a:endParaRPr lang="en-US" b="1">
              <a:latin typeface="Calibri"/>
              <a:ea typeface="+mj-lt"/>
              <a:cs typeface="Calibri"/>
            </a:endParaRP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122ECA0B-991E-EAB2-7D20-80DAFB641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2039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4946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58CF0-6DD2-B1FE-2E4F-A3CF76DA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Conclusion 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9986-608B-FFB5-D190-7BE80053B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We have successfully developed a customer delight platform which provides you with the precise car suggestion and answers the frequently asked questions with data visuals using charts and bar graphs.</a:t>
            </a:r>
          </a:p>
          <a:p>
            <a:r>
              <a:rPr lang="en-US" dirty="0">
                <a:cs typeface="Calibri"/>
              </a:rPr>
              <a:t>Also developed a price prediction ML model which helps the customer to plan the budget.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2853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253DC-8989-F6F8-07F0-6AE5334E4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6A28-F481-0875-79F7-E49A924E1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https://www.cardekho.com</a:t>
            </a:r>
            <a:endParaRPr lang="en-US">
              <a:cs typeface="Calibri" panose="020F0502020204030204"/>
            </a:endParaRPr>
          </a:p>
          <a:p>
            <a:r>
              <a:rPr lang="en-US" u="sng" dirty="0">
                <a:solidFill>
                  <a:schemeClr val="accent1"/>
                </a:solidFill>
                <a:ea typeface="+mn-lt"/>
                <a:cs typeface="+mn-lt"/>
              </a:rPr>
              <a:t>https://www.zigwheels.com/newcars/find-your-perfect-car</a:t>
            </a:r>
            <a:endParaRPr lang="en-US" u="sng" dirty="0">
              <a:solidFill>
                <a:schemeClr val="accent1"/>
              </a:solidFill>
              <a:cs typeface="Calibri"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15902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1014</Words>
  <Application>Microsoft Office PowerPoint</Application>
  <PresentationFormat>Widescreen</PresentationFormat>
  <Paragraphs>161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Rockwell</vt:lpstr>
      <vt:lpstr>office theme</vt:lpstr>
      <vt:lpstr>BRACT‘s  Vishwakarma Institute of Information Technology, kondhwa(BK), Pune-48 Department of Computer Engineering  </vt:lpstr>
      <vt:lpstr>             Group Members</vt:lpstr>
      <vt:lpstr>Presentation Flow  </vt:lpstr>
      <vt:lpstr>PowerPoint Presentation</vt:lpstr>
      <vt:lpstr>             Title   Quality Auto Services</vt:lpstr>
      <vt:lpstr>Introduction </vt:lpstr>
      <vt:lpstr>Detail problem definition :  </vt:lpstr>
      <vt:lpstr>Project planning </vt:lpstr>
      <vt:lpstr>Product perspective:   </vt:lpstr>
      <vt:lpstr>Modules </vt:lpstr>
      <vt:lpstr>Project Flow</vt:lpstr>
      <vt:lpstr>Website flow</vt:lpstr>
      <vt:lpstr>System Architecture Diagram:</vt:lpstr>
      <vt:lpstr>Tech stack details </vt:lpstr>
      <vt:lpstr>PowerPoint Presentation</vt:lpstr>
      <vt:lpstr>Requirements Analysis</vt:lpstr>
      <vt:lpstr>System Requirements </vt:lpstr>
      <vt:lpstr>Software requirements</vt:lpstr>
      <vt:lpstr>Proposed system</vt:lpstr>
      <vt:lpstr>Features </vt:lpstr>
      <vt:lpstr>Future enhancements  :  </vt:lpstr>
      <vt:lpstr>Conclusion  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Prerana</dc:creator>
  <cp:lastModifiedBy>Prerana Karande</cp:lastModifiedBy>
  <cp:revision>116</cp:revision>
  <dcterms:created xsi:type="dcterms:W3CDTF">2013-07-15T20:26:40Z</dcterms:created>
  <dcterms:modified xsi:type="dcterms:W3CDTF">2022-12-25T08:28:20Z</dcterms:modified>
</cp:coreProperties>
</file>